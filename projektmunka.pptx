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7" r:id="rId3"/>
    <p:sldId id="259" r:id="rId4"/>
    <p:sldId id="258" r:id="rId5"/>
    <p:sldId id="261" r:id="rId6"/>
    <p:sldId id="263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0" d="100"/>
          <a:sy n="70" d="100"/>
        </p:scale>
        <p:origin x="96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6F387E9-7FC0-40A7-A8D7-49149CEBD777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31C76792-123C-4006-A139-9BD7C337050F}">
      <dgm:prSet phldrT="[Szöveg]" custT="1"/>
      <dgm:spPr/>
      <dgm:t>
        <a:bodyPr/>
        <a:lstStyle/>
        <a:p>
          <a:r>
            <a:rPr lang="hu-HU" sz="2000" dirty="0"/>
            <a:t>Tervezés</a:t>
          </a:r>
        </a:p>
      </dgm:t>
    </dgm:pt>
    <dgm:pt modelId="{7DB09F38-8D2E-427C-A2E7-17E4591DE5B5}" type="parTrans" cxnId="{80B32343-A737-4456-994C-ACDF9BA6D184}">
      <dgm:prSet/>
      <dgm:spPr/>
      <dgm:t>
        <a:bodyPr/>
        <a:lstStyle/>
        <a:p>
          <a:endParaRPr lang="hu-HU"/>
        </a:p>
      </dgm:t>
    </dgm:pt>
    <dgm:pt modelId="{11DE9617-E957-4C20-9AFE-9A4793FDDD95}" type="sibTrans" cxnId="{80B32343-A737-4456-994C-ACDF9BA6D184}">
      <dgm:prSet/>
      <dgm:spPr/>
      <dgm:t>
        <a:bodyPr/>
        <a:lstStyle/>
        <a:p>
          <a:endParaRPr lang="hu-HU"/>
        </a:p>
      </dgm:t>
    </dgm:pt>
    <dgm:pt modelId="{25A8E01E-092F-463C-92DB-6C2488133FD0}">
      <dgm:prSet custT="1"/>
      <dgm:spPr/>
      <dgm:t>
        <a:bodyPr/>
        <a:lstStyle/>
        <a:p>
          <a:r>
            <a:rPr lang="hu-HU" sz="2000" dirty="0"/>
            <a:t>Történet megírása és fejezetekre bontása</a:t>
          </a:r>
        </a:p>
      </dgm:t>
    </dgm:pt>
    <dgm:pt modelId="{173655E7-E5E0-4832-B866-A10BECEA52BF}" type="parTrans" cxnId="{24E28C54-4A49-40A2-9A2B-05C1FB17140F}">
      <dgm:prSet/>
      <dgm:spPr/>
      <dgm:t>
        <a:bodyPr/>
        <a:lstStyle/>
        <a:p>
          <a:endParaRPr lang="hu-HU"/>
        </a:p>
      </dgm:t>
    </dgm:pt>
    <dgm:pt modelId="{CD9F63F6-BDAA-4538-BF05-4961468090BA}" type="sibTrans" cxnId="{24E28C54-4A49-40A2-9A2B-05C1FB17140F}">
      <dgm:prSet/>
      <dgm:spPr/>
      <dgm:t>
        <a:bodyPr/>
        <a:lstStyle/>
        <a:p>
          <a:endParaRPr lang="hu-HU"/>
        </a:p>
      </dgm:t>
    </dgm:pt>
    <dgm:pt modelId="{2F357B19-910C-4E27-B30F-B28BD26CDC74}">
      <dgm:prSet custT="1"/>
      <dgm:spPr/>
      <dgm:t>
        <a:bodyPr/>
        <a:lstStyle/>
        <a:p>
          <a:r>
            <a:rPr lang="hu-HU" sz="2000" dirty="0"/>
            <a:t>Válaszlehető-</a:t>
          </a:r>
          <a:r>
            <a:rPr lang="hu-HU" sz="2000" dirty="0" err="1"/>
            <a:t>ségek</a:t>
          </a:r>
          <a:r>
            <a:rPr lang="hu-HU" sz="2000" dirty="0"/>
            <a:t> kialakítása</a:t>
          </a:r>
        </a:p>
      </dgm:t>
    </dgm:pt>
    <dgm:pt modelId="{D09A0A39-FBB1-4241-AD66-5BA2FDD1E834}" type="parTrans" cxnId="{97752976-B8D0-4923-B613-108C13124AA6}">
      <dgm:prSet/>
      <dgm:spPr/>
      <dgm:t>
        <a:bodyPr/>
        <a:lstStyle/>
        <a:p>
          <a:endParaRPr lang="hu-HU"/>
        </a:p>
      </dgm:t>
    </dgm:pt>
    <dgm:pt modelId="{1FA98690-1568-4C26-ABC3-18C3F11643CB}" type="sibTrans" cxnId="{97752976-B8D0-4923-B613-108C13124AA6}">
      <dgm:prSet/>
      <dgm:spPr/>
      <dgm:t>
        <a:bodyPr/>
        <a:lstStyle/>
        <a:p>
          <a:endParaRPr lang="hu-HU" dirty="0"/>
        </a:p>
      </dgm:t>
    </dgm:pt>
    <dgm:pt modelId="{180BC38B-9E44-4134-90F7-87497FF8724F}">
      <dgm:prSet custT="1"/>
      <dgm:spPr/>
      <dgm:t>
        <a:bodyPr/>
        <a:lstStyle/>
        <a:p>
          <a:r>
            <a:rPr lang="hu-HU" sz="2000" dirty="0"/>
            <a:t>Harcrendszer fejlesztése</a:t>
          </a:r>
        </a:p>
      </dgm:t>
    </dgm:pt>
    <dgm:pt modelId="{7CB32214-00D4-4C4E-802C-720BD55441B5}" type="parTrans" cxnId="{5DA3A385-3E35-484A-A748-82238179B531}">
      <dgm:prSet/>
      <dgm:spPr/>
      <dgm:t>
        <a:bodyPr/>
        <a:lstStyle/>
        <a:p>
          <a:endParaRPr lang="hu-HU"/>
        </a:p>
      </dgm:t>
    </dgm:pt>
    <dgm:pt modelId="{625F2194-E002-4586-8955-202B68B1B970}" type="sibTrans" cxnId="{5DA3A385-3E35-484A-A748-82238179B531}">
      <dgm:prSet/>
      <dgm:spPr/>
      <dgm:t>
        <a:bodyPr/>
        <a:lstStyle/>
        <a:p>
          <a:endParaRPr lang="hu-HU"/>
        </a:p>
      </dgm:t>
    </dgm:pt>
    <dgm:pt modelId="{E716F273-3CB1-4F85-A21F-3D43F543F3F2}">
      <dgm:prSet custT="1"/>
      <dgm:spPr/>
      <dgm:t>
        <a:bodyPr/>
        <a:lstStyle/>
        <a:p>
          <a:r>
            <a:rPr lang="hu-HU" sz="2000" dirty="0"/>
            <a:t>Minden egység megírása után tesztelés és hibajavítás</a:t>
          </a:r>
        </a:p>
      </dgm:t>
    </dgm:pt>
    <dgm:pt modelId="{C95B3A7B-2FB1-4B62-9FB0-10D67F6C0C33}" type="parTrans" cxnId="{079E751F-8BBA-4C42-9F21-C29ABC27D569}">
      <dgm:prSet/>
      <dgm:spPr/>
      <dgm:t>
        <a:bodyPr/>
        <a:lstStyle/>
        <a:p>
          <a:endParaRPr lang="hu-HU"/>
        </a:p>
      </dgm:t>
    </dgm:pt>
    <dgm:pt modelId="{2BFBEE0F-537B-4C8E-B52A-3BECF349D7A6}" type="sibTrans" cxnId="{079E751F-8BBA-4C42-9F21-C29ABC27D569}">
      <dgm:prSet/>
      <dgm:spPr/>
      <dgm:t>
        <a:bodyPr/>
        <a:lstStyle/>
        <a:p>
          <a:endParaRPr lang="hu-HU"/>
        </a:p>
      </dgm:t>
    </dgm:pt>
    <dgm:pt modelId="{314B8CD2-17D7-44BC-BE18-0BDBD08D747C}" type="pres">
      <dgm:prSet presAssocID="{46F387E9-7FC0-40A7-A8D7-49149CEBD777}" presName="Name0" presStyleCnt="0">
        <dgm:presLayoutVars>
          <dgm:dir/>
          <dgm:resizeHandles val="exact"/>
        </dgm:presLayoutVars>
      </dgm:prSet>
      <dgm:spPr/>
    </dgm:pt>
    <dgm:pt modelId="{6190669D-39C3-4CEB-A857-9269D1248ACA}" type="pres">
      <dgm:prSet presAssocID="{31C76792-123C-4006-A139-9BD7C337050F}" presName="node" presStyleLbl="node1" presStyleIdx="0" presStyleCnt="5">
        <dgm:presLayoutVars>
          <dgm:bulletEnabled val="1"/>
        </dgm:presLayoutVars>
      </dgm:prSet>
      <dgm:spPr/>
    </dgm:pt>
    <dgm:pt modelId="{66C926C5-80C7-45A8-85CC-D923909B67C0}" type="pres">
      <dgm:prSet presAssocID="{11DE9617-E957-4C20-9AFE-9A4793FDDD95}" presName="sibTrans" presStyleLbl="sibTrans2D1" presStyleIdx="0" presStyleCnt="4"/>
      <dgm:spPr/>
    </dgm:pt>
    <dgm:pt modelId="{4651DB49-8781-4085-8E38-0D83483C9724}" type="pres">
      <dgm:prSet presAssocID="{11DE9617-E957-4C20-9AFE-9A4793FDDD95}" presName="connectorText" presStyleLbl="sibTrans2D1" presStyleIdx="0" presStyleCnt="4"/>
      <dgm:spPr/>
    </dgm:pt>
    <dgm:pt modelId="{63756480-C326-420E-847A-1466844092A8}" type="pres">
      <dgm:prSet presAssocID="{25A8E01E-092F-463C-92DB-6C2488133FD0}" presName="node" presStyleLbl="node1" presStyleIdx="1" presStyleCnt="5">
        <dgm:presLayoutVars>
          <dgm:bulletEnabled val="1"/>
        </dgm:presLayoutVars>
      </dgm:prSet>
      <dgm:spPr/>
    </dgm:pt>
    <dgm:pt modelId="{CD66C01C-0CFA-4F53-A74C-72E90BAD8445}" type="pres">
      <dgm:prSet presAssocID="{CD9F63F6-BDAA-4538-BF05-4961468090BA}" presName="sibTrans" presStyleLbl="sibTrans2D1" presStyleIdx="1" presStyleCnt="4"/>
      <dgm:spPr/>
    </dgm:pt>
    <dgm:pt modelId="{B2F0E6C5-E636-4600-B441-FC29FB1C6466}" type="pres">
      <dgm:prSet presAssocID="{CD9F63F6-BDAA-4538-BF05-4961468090BA}" presName="connectorText" presStyleLbl="sibTrans2D1" presStyleIdx="1" presStyleCnt="4"/>
      <dgm:spPr/>
    </dgm:pt>
    <dgm:pt modelId="{5E243E73-8E23-4DE4-9E6C-62289E18F3EA}" type="pres">
      <dgm:prSet presAssocID="{2F357B19-910C-4E27-B30F-B28BD26CDC74}" presName="node" presStyleLbl="node1" presStyleIdx="2" presStyleCnt="5">
        <dgm:presLayoutVars>
          <dgm:bulletEnabled val="1"/>
        </dgm:presLayoutVars>
      </dgm:prSet>
      <dgm:spPr/>
    </dgm:pt>
    <dgm:pt modelId="{E290189F-40BE-40DD-949B-5D0B83202856}" type="pres">
      <dgm:prSet presAssocID="{1FA98690-1568-4C26-ABC3-18C3F11643CB}" presName="sibTrans" presStyleLbl="sibTrans2D1" presStyleIdx="2" presStyleCnt="4"/>
      <dgm:spPr/>
    </dgm:pt>
    <dgm:pt modelId="{6858DEB6-68B4-4D47-BC40-CF78AA59D4BE}" type="pres">
      <dgm:prSet presAssocID="{1FA98690-1568-4C26-ABC3-18C3F11643CB}" presName="connectorText" presStyleLbl="sibTrans2D1" presStyleIdx="2" presStyleCnt="4"/>
      <dgm:spPr/>
    </dgm:pt>
    <dgm:pt modelId="{5A0CEC96-9BF4-40DD-8BAD-4A59E6AFB376}" type="pres">
      <dgm:prSet presAssocID="{180BC38B-9E44-4134-90F7-87497FF8724F}" presName="node" presStyleLbl="node1" presStyleIdx="3" presStyleCnt="5">
        <dgm:presLayoutVars>
          <dgm:bulletEnabled val="1"/>
        </dgm:presLayoutVars>
      </dgm:prSet>
      <dgm:spPr/>
    </dgm:pt>
    <dgm:pt modelId="{2B3AF5A8-8B5B-48BF-8213-AE09D56D837A}" type="pres">
      <dgm:prSet presAssocID="{625F2194-E002-4586-8955-202B68B1B970}" presName="sibTrans" presStyleLbl="sibTrans2D1" presStyleIdx="3" presStyleCnt="4"/>
      <dgm:spPr/>
    </dgm:pt>
    <dgm:pt modelId="{F35A5DD3-F118-44AC-9C62-84B7BAD83395}" type="pres">
      <dgm:prSet presAssocID="{625F2194-E002-4586-8955-202B68B1B970}" presName="connectorText" presStyleLbl="sibTrans2D1" presStyleIdx="3" presStyleCnt="4"/>
      <dgm:spPr/>
    </dgm:pt>
    <dgm:pt modelId="{529097CB-44DA-491E-94D7-237014840303}" type="pres">
      <dgm:prSet presAssocID="{E716F273-3CB1-4F85-A21F-3D43F543F3F2}" presName="node" presStyleLbl="node1" presStyleIdx="4" presStyleCnt="5">
        <dgm:presLayoutVars>
          <dgm:bulletEnabled val="1"/>
        </dgm:presLayoutVars>
      </dgm:prSet>
      <dgm:spPr/>
    </dgm:pt>
  </dgm:ptLst>
  <dgm:cxnLst>
    <dgm:cxn modelId="{B3BC2A09-362F-4797-9649-5307B423755D}" type="presOf" srcId="{31C76792-123C-4006-A139-9BD7C337050F}" destId="{6190669D-39C3-4CEB-A857-9269D1248ACA}" srcOrd="0" destOrd="0" presId="urn:microsoft.com/office/officeart/2005/8/layout/process1"/>
    <dgm:cxn modelId="{3624C50C-5BDA-4864-A586-2E285289222E}" type="presOf" srcId="{180BC38B-9E44-4134-90F7-87497FF8724F}" destId="{5A0CEC96-9BF4-40DD-8BAD-4A59E6AFB376}" srcOrd="0" destOrd="0" presId="urn:microsoft.com/office/officeart/2005/8/layout/process1"/>
    <dgm:cxn modelId="{079E751F-8BBA-4C42-9F21-C29ABC27D569}" srcId="{46F387E9-7FC0-40A7-A8D7-49149CEBD777}" destId="{E716F273-3CB1-4F85-A21F-3D43F543F3F2}" srcOrd="4" destOrd="0" parTransId="{C95B3A7B-2FB1-4B62-9FB0-10D67F6C0C33}" sibTransId="{2BFBEE0F-537B-4C8E-B52A-3BECF349D7A6}"/>
    <dgm:cxn modelId="{E3120433-DCBA-42E4-9243-1E8C3437AC82}" type="presOf" srcId="{CD9F63F6-BDAA-4538-BF05-4961468090BA}" destId="{B2F0E6C5-E636-4600-B441-FC29FB1C6466}" srcOrd="1" destOrd="0" presId="urn:microsoft.com/office/officeart/2005/8/layout/process1"/>
    <dgm:cxn modelId="{05396D3C-2CAA-4784-B433-87CA6AE847AA}" type="presOf" srcId="{E716F273-3CB1-4F85-A21F-3D43F543F3F2}" destId="{529097CB-44DA-491E-94D7-237014840303}" srcOrd="0" destOrd="0" presId="urn:microsoft.com/office/officeart/2005/8/layout/process1"/>
    <dgm:cxn modelId="{B9C0CA41-59C5-4D9B-B562-CF17334CFA63}" type="presOf" srcId="{2F357B19-910C-4E27-B30F-B28BD26CDC74}" destId="{5E243E73-8E23-4DE4-9E6C-62289E18F3EA}" srcOrd="0" destOrd="0" presId="urn:microsoft.com/office/officeart/2005/8/layout/process1"/>
    <dgm:cxn modelId="{80B32343-A737-4456-994C-ACDF9BA6D184}" srcId="{46F387E9-7FC0-40A7-A8D7-49149CEBD777}" destId="{31C76792-123C-4006-A139-9BD7C337050F}" srcOrd="0" destOrd="0" parTransId="{7DB09F38-8D2E-427C-A2E7-17E4591DE5B5}" sibTransId="{11DE9617-E957-4C20-9AFE-9A4793FDDD95}"/>
    <dgm:cxn modelId="{6FAE2F72-C960-4F4C-8756-0FEDE72AD620}" type="presOf" srcId="{CD9F63F6-BDAA-4538-BF05-4961468090BA}" destId="{CD66C01C-0CFA-4F53-A74C-72E90BAD8445}" srcOrd="0" destOrd="0" presId="urn:microsoft.com/office/officeart/2005/8/layout/process1"/>
    <dgm:cxn modelId="{54C97C72-76C6-425E-8351-00557F364843}" type="presOf" srcId="{625F2194-E002-4586-8955-202B68B1B970}" destId="{F35A5DD3-F118-44AC-9C62-84B7BAD83395}" srcOrd="1" destOrd="0" presId="urn:microsoft.com/office/officeart/2005/8/layout/process1"/>
    <dgm:cxn modelId="{24E28C54-4A49-40A2-9A2B-05C1FB17140F}" srcId="{46F387E9-7FC0-40A7-A8D7-49149CEBD777}" destId="{25A8E01E-092F-463C-92DB-6C2488133FD0}" srcOrd="1" destOrd="0" parTransId="{173655E7-E5E0-4832-B866-A10BECEA52BF}" sibTransId="{CD9F63F6-BDAA-4538-BF05-4961468090BA}"/>
    <dgm:cxn modelId="{97752976-B8D0-4923-B613-108C13124AA6}" srcId="{46F387E9-7FC0-40A7-A8D7-49149CEBD777}" destId="{2F357B19-910C-4E27-B30F-B28BD26CDC74}" srcOrd="2" destOrd="0" parTransId="{D09A0A39-FBB1-4241-AD66-5BA2FDD1E834}" sibTransId="{1FA98690-1568-4C26-ABC3-18C3F11643CB}"/>
    <dgm:cxn modelId="{5DA3A385-3E35-484A-A748-82238179B531}" srcId="{46F387E9-7FC0-40A7-A8D7-49149CEBD777}" destId="{180BC38B-9E44-4134-90F7-87497FF8724F}" srcOrd="3" destOrd="0" parTransId="{7CB32214-00D4-4C4E-802C-720BD55441B5}" sibTransId="{625F2194-E002-4586-8955-202B68B1B970}"/>
    <dgm:cxn modelId="{1C14118C-37C8-48CB-A748-5258EB47D6E2}" type="presOf" srcId="{46F387E9-7FC0-40A7-A8D7-49149CEBD777}" destId="{314B8CD2-17D7-44BC-BE18-0BDBD08D747C}" srcOrd="0" destOrd="0" presId="urn:microsoft.com/office/officeart/2005/8/layout/process1"/>
    <dgm:cxn modelId="{A4D23694-975D-40DA-A64E-4BDF1C3F11A1}" type="presOf" srcId="{11DE9617-E957-4C20-9AFE-9A4793FDDD95}" destId="{66C926C5-80C7-45A8-85CC-D923909B67C0}" srcOrd="0" destOrd="0" presId="urn:microsoft.com/office/officeart/2005/8/layout/process1"/>
    <dgm:cxn modelId="{D0B49897-EFF2-4140-80BF-BF1D69414CAA}" type="presOf" srcId="{625F2194-E002-4586-8955-202B68B1B970}" destId="{2B3AF5A8-8B5B-48BF-8213-AE09D56D837A}" srcOrd="0" destOrd="0" presId="urn:microsoft.com/office/officeart/2005/8/layout/process1"/>
    <dgm:cxn modelId="{5D80ED9C-1379-4AB7-B396-66A7B2C0F6F8}" type="presOf" srcId="{1FA98690-1568-4C26-ABC3-18C3F11643CB}" destId="{E290189F-40BE-40DD-949B-5D0B83202856}" srcOrd="0" destOrd="0" presId="urn:microsoft.com/office/officeart/2005/8/layout/process1"/>
    <dgm:cxn modelId="{3234BBC1-308D-4C73-8019-0ABB1AD39A42}" type="presOf" srcId="{11DE9617-E957-4C20-9AFE-9A4793FDDD95}" destId="{4651DB49-8781-4085-8E38-0D83483C9724}" srcOrd="1" destOrd="0" presId="urn:microsoft.com/office/officeart/2005/8/layout/process1"/>
    <dgm:cxn modelId="{01A682FC-4910-44C2-8CEE-51E3ED54A324}" type="presOf" srcId="{25A8E01E-092F-463C-92DB-6C2488133FD0}" destId="{63756480-C326-420E-847A-1466844092A8}" srcOrd="0" destOrd="0" presId="urn:microsoft.com/office/officeart/2005/8/layout/process1"/>
    <dgm:cxn modelId="{702384FE-ADC5-4F6C-8B9E-B4DFAC6B6E4D}" type="presOf" srcId="{1FA98690-1568-4C26-ABC3-18C3F11643CB}" destId="{6858DEB6-68B4-4D47-BC40-CF78AA59D4BE}" srcOrd="1" destOrd="0" presId="urn:microsoft.com/office/officeart/2005/8/layout/process1"/>
    <dgm:cxn modelId="{9C7BB285-9215-4D73-B94B-13D681354E88}" type="presParOf" srcId="{314B8CD2-17D7-44BC-BE18-0BDBD08D747C}" destId="{6190669D-39C3-4CEB-A857-9269D1248ACA}" srcOrd="0" destOrd="0" presId="urn:microsoft.com/office/officeart/2005/8/layout/process1"/>
    <dgm:cxn modelId="{C06E213B-E3D0-4B4C-804B-DC6C310EC35B}" type="presParOf" srcId="{314B8CD2-17D7-44BC-BE18-0BDBD08D747C}" destId="{66C926C5-80C7-45A8-85CC-D923909B67C0}" srcOrd="1" destOrd="0" presId="urn:microsoft.com/office/officeart/2005/8/layout/process1"/>
    <dgm:cxn modelId="{DC360F5F-69F8-4DEF-865F-9321CC4A6055}" type="presParOf" srcId="{66C926C5-80C7-45A8-85CC-D923909B67C0}" destId="{4651DB49-8781-4085-8E38-0D83483C9724}" srcOrd="0" destOrd="0" presId="urn:microsoft.com/office/officeart/2005/8/layout/process1"/>
    <dgm:cxn modelId="{E7FFC5DA-3EE7-4084-92A7-F0D0E7C3FBB2}" type="presParOf" srcId="{314B8CD2-17D7-44BC-BE18-0BDBD08D747C}" destId="{63756480-C326-420E-847A-1466844092A8}" srcOrd="2" destOrd="0" presId="urn:microsoft.com/office/officeart/2005/8/layout/process1"/>
    <dgm:cxn modelId="{71AEAC69-0420-498C-8184-256E0F59149F}" type="presParOf" srcId="{314B8CD2-17D7-44BC-BE18-0BDBD08D747C}" destId="{CD66C01C-0CFA-4F53-A74C-72E90BAD8445}" srcOrd="3" destOrd="0" presId="urn:microsoft.com/office/officeart/2005/8/layout/process1"/>
    <dgm:cxn modelId="{C47A9019-B6E4-466E-871F-C1623C220242}" type="presParOf" srcId="{CD66C01C-0CFA-4F53-A74C-72E90BAD8445}" destId="{B2F0E6C5-E636-4600-B441-FC29FB1C6466}" srcOrd="0" destOrd="0" presId="urn:microsoft.com/office/officeart/2005/8/layout/process1"/>
    <dgm:cxn modelId="{333CF998-9E75-4CC3-9BB0-F220C8C7B9BC}" type="presParOf" srcId="{314B8CD2-17D7-44BC-BE18-0BDBD08D747C}" destId="{5E243E73-8E23-4DE4-9E6C-62289E18F3EA}" srcOrd="4" destOrd="0" presId="urn:microsoft.com/office/officeart/2005/8/layout/process1"/>
    <dgm:cxn modelId="{7117E1BE-445C-46BF-8B0F-26D4C693AC2D}" type="presParOf" srcId="{314B8CD2-17D7-44BC-BE18-0BDBD08D747C}" destId="{E290189F-40BE-40DD-949B-5D0B83202856}" srcOrd="5" destOrd="0" presId="urn:microsoft.com/office/officeart/2005/8/layout/process1"/>
    <dgm:cxn modelId="{825C0FB9-E410-42C7-8826-9EE7A6A9CEEB}" type="presParOf" srcId="{E290189F-40BE-40DD-949B-5D0B83202856}" destId="{6858DEB6-68B4-4D47-BC40-CF78AA59D4BE}" srcOrd="0" destOrd="0" presId="urn:microsoft.com/office/officeart/2005/8/layout/process1"/>
    <dgm:cxn modelId="{BBFA5EC6-C309-4D92-8B10-4F3D809FD649}" type="presParOf" srcId="{314B8CD2-17D7-44BC-BE18-0BDBD08D747C}" destId="{5A0CEC96-9BF4-40DD-8BAD-4A59E6AFB376}" srcOrd="6" destOrd="0" presId="urn:microsoft.com/office/officeart/2005/8/layout/process1"/>
    <dgm:cxn modelId="{B47238CD-4784-43D6-9678-7DF8E218EA71}" type="presParOf" srcId="{314B8CD2-17D7-44BC-BE18-0BDBD08D747C}" destId="{2B3AF5A8-8B5B-48BF-8213-AE09D56D837A}" srcOrd="7" destOrd="0" presId="urn:microsoft.com/office/officeart/2005/8/layout/process1"/>
    <dgm:cxn modelId="{C683FA7D-BEED-48A5-BAD1-37D1112FEA0D}" type="presParOf" srcId="{2B3AF5A8-8B5B-48BF-8213-AE09D56D837A}" destId="{F35A5DD3-F118-44AC-9C62-84B7BAD83395}" srcOrd="0" destOrd="0" presId="urn:microsoft.com/office/officeart/2005/8/layout/process1"/>
    <dgm:cxn modelId="{AAE3E0A8-7FA8-4531-86B0-A6F54A7E3F9F}" type="presParOf" srcId="{314B8CD2-17D7-44BC-BE18-0BDBD08D747C}" destId="{529097CB-44DA-491E-94D7-237014840303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78ED8BB-6F8D-4859-A669-9A8F8EDD26A7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hu-HU"/>
        </a:p>
      </dgm:t>
    </dgm:pt>
    <dgm:pt modelId="{197834E9-C9F4-4770-9F1A-76E6D34B78C8}">
      <dgm:prSet phldrT="[Szöveg]" custT="1"/>
      <dgm:spPr/>
      <dgm:t>
        <a:bodyPr/>
        <a:lstStyle/>
        <a:p>
          <a:r>
            <a:rPr lang="hu-HU" sz="2400" dirty="0"/>
            <a:t>A felhasználó enter-el léptetheti a történet mondatait (</a:t>
          </a:r>
          <a:r>
            <a:rPr lang="hu-HU" sz="2400" dirty="0" err="1"/>
            <a:t>scanner</a:t>
          </a:r>
          <a:r>
            <a:rPr lang="hu-HU" sz="2400" dirty="0"/>
            <a:t>)</a:t>
          </a:r>
        </a:p>
      </dgm:t>
    </dgm:pt>
    <dgm:pt modelId="{665E01E3-3809-4BB1-B6BB-66FC650C6D53}" type="parTrans" cxnId="{7FFF6759-50AF-43AC-B002-006019DB84F9}">
      <dgm:prSet/>
      <dgm:spPr/>
      <dgm:t>
        <a:bodyPr/>
        <a:lstStyle/>
        <a:p>
          <a:endParaRPr lang="hu-HU"/>
        </a:p>
      </dgm:t>
    </dgm:pt>
    <dgm:pt modelId="{5AA58A03-6701-4AC7-902B-75676F868053}" type="sibTrans" cxnId="{7FFF6759-50AF-43AC-B002-006019DB84F9}">
      <dgm:prSet/>
      <dgm:spPr/>
      <dgm:t>
        <a:bodyPr/>
        <a:lstStyle/>
        <a:p>
          <a:endParaRPr lang="hu-HU"/>
        </a:p>
      </dgm:t>
    </dgm:pt>
    <dgm:pt modelId="{0013913B-EBFC-4F7A-8FE0-399565DA1BA0}">
      <dgm:prSet custT="1"/>
      <dgm:spPr/>
      <dgm:t>
        <a:bodyPr/>
        <a:lstStyle/>
        <a:p>
          <a:r>
            <a:rPr lang="hu-HU" sz="2400" dirty="0"/>
            <a:t>A játék döntéseket kér a játékostól (</a:t>
          </a:r>
          <a:r>
            <a:rPr lang="hu-HU" sz="2400" dirty="0" err="1"/>
            <a:t>scanner</a:t>
          </a:r>
          <a:r>
            <a:rPr lang="hu-HU" sz="2400" dirty="0"/>
            <a:t> + elágazás)</a:t>
          </a:r>
        </a:p>
      </dgm:t>
    </dgm:pt>
    <dgm:pt modelId="{9AD5A100-5A99-4398-BF66-1D51DBB7CFCD}" type="parTrans" cxnId="{44E3CE5F-1633-45BE-8480-C423C8A3816F}">
      <dgm:prSet/>
      <dgm:spPr/>
      <dgm:t>
        <a:bodyPr/>
        <a:lstStyle/>
        <a:p>
          <a:endParaRPr lang="hu-HU"/>
        </a:p>
      </dgm:t>
    </dgm:pt>
    <dgm:pt modelId="{7EDF5060-9381-492E-ABEA-3854B3A4ADDC}" type="sibTrans" cxnId="{44E3CE5F-1633-45BE-8480-C423C8A3816F}">
      <dgm:prSet/>
      <dgm:spPr/>
      <dgm:t>
        <a:bodyPr/>
        <a:lstStyle/>
        <a:p>
          <a:endParaRPr lang="hu-HU"/>
        </a:p>
      </dgm:t>
    </dgm:pt>
    <dgm:pt modelId="{83E15F7C-B0EC-4E58-B48C-6C5A8FFDCF94}">
      <dgm:prSet custT="1"/>
      <dgm:spPr/>
      <dgm:t>
        <a:bodyPr/>
        <a:lstStyle/>
        <a:p>
          <a:r>
            <a:rPr lang="hu-HU" sz="2400" dirty="0"/>
            <a:t>A választások befolyásolják:</a:t>
          </a:r>
        </a:p>
      </dgm:t>
    </dgm:pt>
    <dgm:pt modelId="{C69EAF8B-A9E5-4351-BF9E-67A9D2C1E5FC}" type="parTrans" cxnId="{7D2DB25A-DFB7-4FD9-AA37-48DD4A31833C}">
      <dgm:prSet/>
      <dgm:spPr/>
      <dgm:t>
        <a:bodyPr/>
        <a:lstStyle/>
        <a:p>
          <a:endParaRPr lang="hu-HU"/>
        </a:p>
      </dgm:t>
    </dgm:pt>
    <dgm:pt modelId="{DE5387A9-F1E0-4195-9EEA-DE954D5A3138}" type="sibTrans" cxnId="{7D2DB25A-DFB7-4FD9-AA37-48DD4A31833C}">
      <dgm:prSet/>
      <dgm:spPr/>
      <dgm:t>
        <a:bodyPr/>
        <a:lstStyle/>
        <a:p>
          <a:endParaRPr lang="hu-HU"/>
        </a:p>
      </dgm:t>
    </dgm:pt>
    <dgm:pt modelId="{2506A232-59E7-49F2-96BC-8FE20205BCDD}">
      <dgm:prSet custT="1"/>
      <dgm:spPr/>
      <dgm:t>
        <a:bodyPr/>
        <a:lstStyle/>
        <a:p>
          <a:r>
            <a:rPr lang="hu-HU" sz="2400" dirty="0"/>
            <a:t>Kapott XP-t , lebukás esélyét, tárgyakat, válaszok után ellenőrzi a lebukást</a:t>
          </a:r>
        </a:p>
      </dgm:t>
    </dgm:pt>
    <dgm:pt modelId="{7F93D576-5CE4-4A58-BF89-69CD664A616D}" type="parTrans" cxnId="{0AD7B4C2-7EED-4894-A179-C8A3C96FBBF6}">
      <dgm:prSet/>
      <dgm:spPr/>
      <dgm:t>
        <a:bodyPr/>
        <a:lstStyle/>
        <a:p>
          <a:endParaRPr lang="hu-HU"/>
        </a:p>
      </dgm:t>
    </dgm:pt>
    <dgm:pt modelId="{32688E03-EF7B-4A84-9F89-F7FC9E3A3155}" type="sibTrans" cxnId="{0AD7B4C2-7EED-4894-A179-C8A3C96FBBF6}">
      <dgm:prSet/>
      <dgm:spPr/>
      <dgm:t>
        <a:bodyPr/>
        <a:lstStyle/>
        <a:p>
          <a:endParaRPr lang="hu-HU"/>
        </a:p>
      </dgm:t>
    </dgm:pt>
    <dgm:pt modelId="{AC191DD8-0223-4FCE-8782-4769A6376CA6}" type="pres">
      <dgm:prSet presAssocID="{078ED8BB-6F8D-4859-A669-9A8F8EDD26A7}" presName="outerComposite" presStyleCnt="0">
        <dgm:presLayoutVars>
          <dgm:chMax val="5"/>
          <dgm:dir/>
          <dgm:resizeHandles val="exact"/>
        </dgm:presLayoutVars>
      </dgm:prSet>
      <dgm:spPr/>
    </dgm:pt>
    <dgm:pt modelId="{C3127088-4384-4A6B-AD3F-FEC88DC5044A}" type="pres">
      <dgm:prSet presAssocID="{078ED8BB-6F8D-4859-A669-9A8F8EDD26A7}" presName="dummyMaxCanvas" presStyleCnt="0">
        <dgm:presLayoutVars/>
      </dgm:prSet>
      <dgm:spPr/>
    </dgm:pt>
    <dgm:pt modelId="{E38AC878-8B6D-4D1E-950A-935223C99DA7}" type="pres">
      <dgm:prSet presAssocID="{078ED8BB-6F8D-4859-A669-9A8F8EDD26A7}" presName="FourNodes_1" presStyleLbl="node1" presStyleIdx="0" presStyleCnt="4" custLinFactNeighborX="-149" custLinFactNeighborY="1403">
        <dgm:presLayoutVars>
          <dgm:bulletEnabled val="1"/>
        </dgm:presLayoutVars>
      </dgm:prSet>
      <dgm:spPr/>
    </dgm:pt>
    <dgm:pt modelId="{8FFB434F-F592-4FEF-823E-DD123B0FA5EA}" type="pres">
      <dgm:prSet presAssocID="{078ED8BB-6F8D-4859-A669-9A8F8EDD26A7}" presName="FourNodes_2" presStyleLbl="node1" presStyleIdx="1" presStyleCnt="4">
        <dgm:presLayoutVars>
          <dgm:bulletEnabled val="1"/>
        </dgm:presLayoutVars>
      </dgm:prSet>
      <dgm:spPr/>
    </dgm:pt>
    <dgm:pt modelId="{67688653-6011-4474-B1B3-05807EEBCF25}" type="pres">
      <dgm:prSet presAssocID="{078ED8BB-6F8D-4859-A669-9A8F8EDD26A7}" presName="FourNodes_3" presStyleLbl="node1" presStyleIdx="2" presStyleCnt="4">
        <dgm:presLayoutVars>
          <dgm:bulletEnabled val="1"/>
        </dgm:presLayoutVars>
      </dgm:prSet>
      <dgm:spPr/>
    </dgm:pt>
    <dgm:pt modelId="{FF95CBDA-157F-4971-9DAC-D32B33405FEB}" type="pres">
      <dgm:prSet presAssocID="{078ED8BB-6F8D-4859-A669-9A8F8EDD26A7}" presName="FourNodes_4" presStyleLbl="node1" presStyleIdx="3" presStyleCnt="4">
        <dgm:presLayoutVars>
          <dgm:bulletEnabled val="1"/>
        </dgm:presLayoutVars>
      </dgm:prSet>
      <dgm:spPr/>
    </dgm:pt>
    <dgm:pt modelId="{AD306F22-2098-4F9D-A732-53B82DA27762}" type="pres">
      <dgm:prSet presAssocID="{078ED8BB-6F8D-4859-A669-9A8F8EDD26A7}" presName="FourConn_1-2" presStyleLbl="fgAccFollowNode1" presStyleIdx="0" presStyleCnt="3">
        <dgm:presLayoutVars>
          <dgm:bulletEnabled val="1"/>
        </dgm:presLayoutVars>
      </dgm:prSet>
      <dgm:spPr/>
    </dgm:pt>
    <dgm:pt modelId="{E9E82BEB-7BA6-426F-8E35-09213FFEE44D}" type="pres">
      <dgm:prSet presAssocID="{078ED8BB-6F8D-4859-A669-9A8F8EDD26A7}" presName="FourConn_2-3" presStyleLbl="fgAccFollowNode1" presStyleIdx="1" presStyleCnt="3">
        <dgm:presLayoutVars>
          <dgm:bulletEnabled val="1"/>
        </dgm:presLayoutVars>
      </dgm:prSet>
      <dgm:spPr/>
    </dgm:pt>
    <dgm:pt modelId="{5A30A34B-1758-4C73-B813-FF39A3465B41}" type="pres">
      <dgm:prSet presAssocID="{078ED8BB-6F8D-4859-A669-9A8F8EDD26A7}" presName="FourConn_3-4" presStyleLbl="fgAccFollowNode1" presStyleIdx="2" presStyleCnt="3">
        <dgm:presLayoutVars>
          <dgm:bulletEnabled val="1"/>
        </dgm:presLayoutVars>
      </dgm:prSet>
      <dgm:spPr/>
    </dgm:pt>
    <dgm:pt modelId="{A425755C-514C-4D69-9FEF-BA524F46D677}" type="pres">
      <dgm:prSet presAssocID="{078ED8BB-6F8D-4859-A669-9A8F8EDD26A7}" presName="FourNodes_1_text" presStyleLbl="node1" presStyleIdx="3" presStyleCnt="4">
        <dgm:presLayoutVars>
          <dgm:bulletEnabled val="1"/>
        </dgm:presLayoutVars>
      </dgm:prSet>
      <dgm:spPr/>
    </dgm:pt>
    <dgm:pt modelId="{48E3B13C-72F9-402E-B377-F83DC22929E7}" type="pres">
      <dgm:prSet presAssocID="{078ED8BB-6F8D-4859-A669-9A8F8EDD26A7}" presName="FourNodes_2_text" presStyleLbl="node1" presStyleIdx="3" presStyleCnt="4">
        <dgm:presLayoutVars>
          <dgm:bulletEnabled val="1"/>
        </dgm:presLayoutVars>
      </dgm:prSet>
      <dgm:spPr/>
    </dgm:pt>
    <dgm:pt modelId="{57CE5596-C471-4771-A1CC-67B16E3BBF97}" type="pres">
      <dgm:prSet presAssocID="{078ED8BB-6F8D-4859-A669-9A8F8EDD26A7}" presName="FourNodes_3_text" presStyleLbl="node1" presStyleIdx="3" presStyleCnt="4">
        <dgm:presLayoutVars>
          <dgm:bulletEnabled val="1"/>
        </dgm:presLayoutVars>
      </dgm:prSet>
      <dgm:spPr/>
    </dgm:pt>
    <dgm:pt modelId="{42A4C9B9-09C5-4E36-B395-D3A66A01B8A5}" type="pres">
      <dgm:prSet presAssocID="{078ED8BB-6F8D-4859-A669-9A8F8EDD26A7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C9511F18-FA2E-4D70-851E-C5976374C57D}" type="presOf" srcId="{83E15F7C-B0EC-4E58-B48C-6C5A8FFDCF94}" destId="{67688653-6011-4474-B1B3-05807EEBCF25}" srcOrd="0" destOrd="0" presId="urn:microsoft.com/office/officeart/2005/8/layout/vProcess5"/>
    <dgm:cxn modelId="{9E10F12A-9C54-4989-A934-25868B31EE41}" type="presOf" srcId="{DE5387A9-F1E0-4195-9EEA-DE954D5A3138}" destId="{5A30A34B-1758-4C73-B813-FF39A3465B41}" srcOrd="0" destOrd="0" presId="urn:microsoft.com/office/officeart/2005/8/layout/vProcess5"/>
    <dgm:cxn modelId="{B6BF8E30-34A8-4C53-AEA6-A7903C7D2F53}" type="presOf" srcId="{83E15F7C-B0EC-4E58-B48C-6C5A8FFDCF94}" destId="{57CE5596-C471-4771-A1CC-67B16E3BBF97}" srcOrd="1" destOrd="0" presId="urn:microsoft.com/office/officeart/2005/8/layout/vProcess5"/>
    <dgm:cxn modelId="{BA89E83F-D484-465F-90BA-18F1F0FF1866}" type="presOf" srcId="{078ED8BB-6F8D-4859-A669-9A8F8EDD26A7}" destId="{AC191DD8-0223-4FCE-8782-4769A6376CA6}" srcOrd="0" destOrd="0" presId="urn:microsoft.com/office/officeart/2005/8/layout/vProcess5"/>
    <dgm:cxn modelId="{44E3CE5F-1633-45BE-8480-C423C8A3816F}" srcId="{078ED8BB-6F8D-4859-A669-9A8F8EDD26A7}" destId="{0013913B-EBFC-4F7A-8FE0-399565DA1BA0}" srcOrd="1" destOrd="0" parTransId="{9AD5A100-5A99-4398-BF66-1D51DBB7CFCD}" sibTransId="{7EDF5060-9381-492E-ABEA-3854B3A4ADDC}"/>
    <dgm:cxn modelId="{261E4965-A5C4-4DC0-886A-803F577FCD40}" type="presOf" srcId="{0013913B-EBFC-4F7A-8FE0-399565DA1BA0}" destId="{48E3B13C-72F9-402E-B377-F83DC22929E7}" srcOrd="1" destOrd="0" presId="urn:microsoft.com/office/officeart/2005/8/layout/vProcess5"/>
    <dgm:cxn modelId="{7FFF6759-50AF-43AC-B002-006019DB84F9}" srcId="{078ED8BB-6F8D-4859-A669-9A8F8EDD26A7}" destId="{197834E9-C9F4-4770-9F1A-76E6D34B78C8}" srcOrd="0" destOrd="0" parTransId="{665E01E3-3809-4BB1-B6BB-66FC650C6D53}" sibTransId="{5AA58A03-6701-4AC7-902B-75676F868053}"/>
    <dgm:cxn modelId="{7D2DB25A-DFB7-4FD9-AA37-48DD4A31833C}" srcId="{078ED8BB-6F8D-4859-A669-9A8F8EDD26A7}" destId="{83E15F7C-B0EC-4E58-B48C-6C5A8FFDCF94}" srcOrd="2" destOrd="0" parTransId="{C69EAF8B-A9E5-4351-BF9E-67A9D2C1E5FC}" sibTransId="{DE5387A9-F1E0-4195-9EEA-DE954D5A3138}"/>
    <dgm:cxn modelId="{348B6C93-152B-49E5-B7E6-D9D4977DDA74}" type="presOf" srcId="{5AA58A03-6701-4AC7-902B-75676F868053}" destId="{AD306F22-2098-4F9D-A732-53B82DA27762}" srcOrd="0" destOrd="0" presId="urn:microsoft.com/office/officeart/2005/8/layout/vProcess5"/>
    <dgm:cxn modelId="{A5A56B9A-D71B-4DBB-AC7D-3314C1CA1745}" type="presOf" srcId="{7EDF5060-9381-492E-ABEA-3854B3A4ADDC}" destId="{E9E82BEB-7BA6-426F-8E35-09213FFEE44D}" srcOrd="0" destOrd="0" presId="urn:microsoft.com/office/officeart/2005/8/layout/vProcess5"/>
    <dgm:cxn modelId="{C55C56BD-D273-4F29-8489-6391B5F5D44E}" type="presOf" srcId="{197834E9-C9F4-4770-9F1A-76E6D34B78C8}" destId="{E38AC878-8B6D-4D1E-950A-935223C99DA7}" srcOrd="0" destOrd="0" presId="urn:microsoft.com/office/officeart/2005/8/layout/vProcess5"/>
    <dgm:cxn modelId="{0AD7B4C2-7EED-4894-A179-C8A3C96FBBF6}" srcId="{078ED8BB-6F8D-4859-A669-9A8F8EDD26A7}" destId="{2506A232-59E7-49F2-96BC-8FE20205BCDD}" srcOrd="3" destOrd="0" parTransId="{7F93D576-5CE4-4A58-BF89-69CD664A616D}" sibTransId="{32688E03-EF7B-4A84-9F89-F7FC9E3A3155}"/>
    <dgm:cxn modelId="{269FFBD7-448E-4D99-9C07-C60B16473C33}" type="presOf" srcId="{2506A232-59E7-49F2-96BC-8FE20205BCDD}" destId="{42A4C9B9-09C5-4E36-B395-D3A66A01B8A5}" srcOrd="1" destOrd="0" presId="urn:microsoft.com/office/officeart/2005/8/layout/vProcess5"/>
    <dgm:cxn modelId="{BC9AF0D8-204B-4AE4-9CD2-2A51CEF08616}" type="presOf" srcId="{2506A232-59E7-49F2-96BC-8FE20205BCDD}" destId="{FF95CBDA-157F-4971-9DAC-D32B33405FEB}" srcOrd="0" destOrd="0" presId="urn:microsoft.com/office/officeart/2005/8/layout/vProcess5"/>
    <dgm:cxn modelId="{B88E8EDF-C104-42DA-A720-14E329505654}" type="presOf" srcId="{197834E9-C9F4-4770-9F1A-76E6D34B78C8}" destId="{A425755C-514C-4D69-9FEF-BA524F46D677}" srcOrd="1" destOrd="0" presId="urn:microsoft.com/office/officeart/2005/8/layout/vProcess5"/>
    <dgm:cxn modelId="{188C84EC-1297-4D6D-A2E0-E9D134BB2475}" type="presOf" srcId="{0013913B-EBFC-4F7A-8FE0-399565DA1BA0}" destId="{8FFB434F-F592-4FEF-823E-DD123B0FA5EA}" srcOrd="0" destOrd="0" presId="urn:microsoft.com/office/officeart/2005/8/layout/vProcess5"/>
    <dgm:cxn modelId="{304C6064-14D2-4F0E-BA6B-8A95B6025A86}" type="presParOf" srcId="{AC191DD8-0223-4FCE-8782-4769A6376CA6}" destId="{C3127088-4384-4A6B-AD3F-FEC88DC5044A}" srcOrd="0" destOrd="0" presId="urn:microsoft.com/office/officeart/2005/8/layout/vProcess5"/>
    <dgm:cxn modelId="{B5813224-E40A-4E3D-BF77-2020BB9DDBA8}" type="presParOf" srcId="{AC191DD8-0223-4FCE-8782-4769A6376CA6}" destId="{E38AC878-8B6D-4D1E-950A-935223C99DA7}" srcOrd="1" destOrd="0" presId="urn:microsoft.com/office/officeart/2005/8/layout/vProcess5"/>
    <dgm:cxn modelId="{3EF7DAC7-96A0-4C0C-AC96-5E9CE4CB412C}" type="presParOf" srcId="{AC191DD8-0223-4FCE-8782-4769A6376CA6}" destId="{8FFB434F-F592-4FEF-823E-DD123B0FA5EA}" srcOrd="2" destOrd="0" presId="urn:microsoft.com/office/officeart/2005/8/layout/vProcess5"/>
    <dgm:cxn modelId="{EE444307-F705-4D5D-8A76-8AE7450ECED2}" type="presParOf" srcId="{AC191DD8-0223-4FCE-8782-4769A6376CA6}" destId="{67688653-6011-4474-B1B3-05807EEBCF25}" srcOrd="3" destOrd="0" presId="urn:microsoft.com/office/officeart/2005/8/layout/vProcess5"/>
    <dgm:cxn modelId="{D6B1A266-2418-4404-B8A5-DC1E27BD9F37}" type="presParOf" srcId="{AC191DD8-0223-4FCE-8782-4769A6376CA6}" destId="{FF95CBDA-157F-4971-9DAC-D32B33405FEB}" srcOrd="4" destOrd="0" presId="urn:microsoft.com/office/officeart/2005/8/layout/vProcess5"/>
    <dgm:cxn modelId="{147101AD-6BC2-4B7F-A687-83F440CF36F9}" type="presParOf" srcId="{AC191DD8-0223-4FCE-8782-4769A6376CA6}" destId="{AD306F22-2098-4F9D-A732-53B82DA27762}" srcOrd="5" destOrd="0" presId="urn:microsoft.com/office/officeart/2005/8/layout/vProcess5"/>
    <dgm:cxn modelId="{15C75D98-50B8-4D71-9FB6-60D8CA0D7AA6}" type="presParOf" srcId="{AC191DD8-0223-4FCE-8782-4769A6376CA6}" destId="{E9E82BEB-7BA6-426F-8E35-09213FFEE44D}" srcOrd="6" destOrd="0" presId="urn:microsoft.com/office/officeart/2005/8/layout/vProcess5"/>
    <dgm:cxn modelId="{B71F8C78-7D06-400C-B61C-63264EB40450}" type="presParOf" srcId="{AC191DD8-0223-4FCE-8782-4769A6376CA6}" destId="{5A30A34B-1758-4C73-B813-FF39A3465B41}" srcOrd="7" destOrd="0" presId="urn:microsoft.com/office/officeart/2005/8/layout/vProcess5"/>
    <dgm:cxn modelId="{3AEFFF74-266B-46A8-8563-5C702E47D6A5}" type="presParOf" srcId="{AC191DD8-0223-4FCE-8782-4769A6376CA6}" destId="{A425755C-514C-4D69-9FEF-BA524F46D677}" srcOrd="8" destOrd="0" presId="urn:microsoft.com/office/officeart/2005/8/layout/vProcess5"/>
    <dgm:cxn modelId="{E1D68BCA-3CE1-4A45-9374-F2B9C9F96482}" type="presParOf" srcId="{AC191DD8-0223-4FCE-8782-4769A6376CA6}" destId="{48E3B13C-72F9-402E-B377-F83DC22929E7}" srcOrd="9" destOrd="0" presId="urn:microsoft.com/office/officeart/2005/8/layout/vProcess5"/>
    <dgm:cxn modelId="{96725F87-27F3-4B8D-A46F-D22A8740B87B}" type="presParOf" srcId="{AC191DD8-0223-4FCE-8782-4769A6376CA6}" destId="{57CE5596-C471-4771-A1CC-67B16E3BBF97}" srcOrd="10" destOrd="0" presId="urn:microsoft.com/office/officeart/2005/8/layout/vProcess5"/>
    <dgm:cxn modelId="{ADA62390-B3EA-4A7F-9AF0-FE7F08CAA4F3}" type="presParOf" srcId="{AC191DD8-0223-4FCE-8782-4769A6376CA6}" destId="{42A4C9B9-09C5-4E36-B395-D3A66A01B8A5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8776AB6-AF56-469A-901B-F33CA8C3E26C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hu-HU"/>
        </a:p>
      </dgm:t>
    </dgm:pt>
    <dgm:pt modelId="{77178042-770C-4D5B-8646-169BE5BE3653}">
      <dgm:prSet/>
      <dgm:spPr/>
      <dgm:t>
        <a:bodyPr/>
        <a:lstStyle/>
        <a:p>
          <a:r>
            <a:rPr lang="hu-HU" dirty="0"/>
            <a:t>Körökre osztott harc</a:t>
          </a:r>
        </a:p>
      </dgm:t>
    </dgm:pt>
    <dgm:pt modelId="{97222A7E-D3D5-4012-B5BB-4C4F521FFD60}" type="parTrans" cxnId="{01F6B3B7-7DC7-4C6B-8C25-B279BDF6A8AF}">
      <dgm:prSet/>
      <dgm:spPr/>
      <dgm:t>
        <a:bodyPr/>
        <a:lstStyle/>
        <a:p>
          <a:endParaRPr lang="hu-HU"/>
        </a:p>
      </dgm:t>
    </dgm:pt>
    <dgm:pt modelId="{32BFF426-3E4C-48ED-8B81-760970198ACB}" type="sibTrans" cxnId="{01F6B3B7-7DC7-4C6B-8C25-B279BDF6A8AF}">
      <dgm:prSet/>
      <dgm:spPr/>
      <dgm:t>
        <a:bodyPr/>
        <a:lstStyle/>
        <a:p>
          <a:endParaRPr lang="hu-HU"/>
        </a:p>
      </dgm:t>
    </dgm:pt>
    <dgm:pt modelId="{6F6986AF-BB65-49E5-834B-298771621F9F}">
      <dgm:prSet/>
      <dgm:spPr/>
      <dgm:t>
        <a:bodyPr/>
        <a:lstStyle/>
        <a:p>
          <a:r>
            <a:rPr lang="hu-HU" dirty="0"/>
            <a:t>Véletlenszerű döntések</a:t>
          </a:r>
        </a:p>
      </dgm:t>
    </dgm:pt>
    <dgm:pt modelId="{60C26851-F68A-4902-85E5-FDA9D95BFBAE}" type="parTrans" cxnId="{6011D1D7-6C6D-4025-8D33-745CD26FA1D3}">
      <dgm:prSet/>
      <dgm:spPr/>
      <dgm:t>
        <a:bodyPr/>
        <a:lstStyle/>
        <a:p>
          <a:endParaRPr lang="hu-HU"/>
        </a:p>
      </dgm:t>
    </dgm:pt>
    <dgm:pt modelId="{EBEAA750-F199-4F1C-95CD-9737221810ED}" type="sibTrans" cxnId="{6011D1D7-6C6D-4025-8D33-745CD26FA1D3}">
      <dgm:prSet/>
      <dgm:spPr/>
      <dgm:t>
        <a:bodyPr/>
        <a:lstStyle/>
        <a:p>
          <a:endParaRPr lang="hu-HU"/>
        </a:p>
      </dgm:t>
    </dgm:pt>
    <dgm:pt modelId="{762A51AA-A071-4F03-B7D4-B075DB16264A}">
      <dgm:prSet/>
      <dgm:spPr/>
      <dgm:t>
        <a:bodyPr/>
        <a:lstStyle/>
        <a:p>
          <a:r>
            <a:rPr lang="hu-HU" dirty="0"/>
            <a:t>Speciális képességek</a:t>
          </a:r>
        </a:p>
      </dgm:t>
    </dgm:pt>
    <dgm:pt modelId="{0C265F10-714B-4B7B-8EFE-B55C2FA4CEC8}" type="parTrans" cxnId="{9CEC28F3-9505-47A2-929D-A5D9C37954D0}">
      <dgm:prSet/>
      <dgm:spPr/>
      <dgm:t>
        <a:bodyPr/>
        <a:lstStyle/>
        <a:p>
          <a:endParaRPr lang="hu-HU"/>
        </a:p>
      </dgm:t>
    </dgm:pt>
    <dgm:pt modelId="{6B82EC4E-FDB1-4833-A515-8D0E9D219E00}" type="sibTrans" cxnId="{9CEC28F3-9505-47A2-929D-A5D9C37954D0}">
      <dgm:prSet/>
      <dgm:spPr/>
      <dgm:t>
        <a:bodyPr/>
        <a:lstStyle/>
        <a:p>
          <a:endParaRPr lang="hu-HU"/>
        </a:p>
      </dgm:t>
    </dgm:pt>
    <dgm:pt modelId="{24EBBCF5-4250-4FF7-8FDE-AD0B38C4E7F8}">
      <dgm:prSet/>
      <dgm:spPr/>
      <dgm:t>
        <a:bodyPr/>
        <a:lstStyle/>
        <a:p>
          <a:r>
            <a:rPr lang="hu-HU" dirty="0"/>
            <a:t>HP rendszer</a:t>
          </a:r>
        </a:p>
      </dgm:t>
    </dgm:pt>
    <dgm:pt modelId="{53DC76E6-2590-42D1-9EA6-B9A7EC4F6FFE}" type="parTrans" cxnId="{F0C599AB-D1FB-4D41-B5A0-E52650ECB365}">
      <dgm:prSet/>
      <dgm:spPr/>
      <dgm:t>
        <a:bodyPr/>
        <a:lstStyle/>
        <a:p>
          <a:endParaRPr lang="hu-HU"/>
        </a:p>
      </dgm:t>
    </dgm:pt>
    <dgm:pt modelId="{B9D82FF9-70D5-4AAC-B7F4-A469D9F0C115}" type="sibTrans" cxnId="{F0C599AB-D1FB-4D41-B5A0-E52650ECB365}">
      <dgm:prSet/>
      <dgm:spPr/>
      <dgm:t>
        <a:bodyPr/>
        <a:lstStyle/>
        <a:p>
          <a:endParaRPr lang="hu-HU"/>
        </a:p>
      </dgm:t>
    </dgm:pt>
    <dgm:pt modelId="{760A70CD-B857-4292-A3BB-B6DB28B0681B}">
      <dgm:prSet/>
      <dgm:spPr/>
      <dgm:t>
        <a:bodyPr/>
        <a:lstStyle/>
        <a:p>
          <a:r>
            <a:rPr lang="hu-HU"/>
            <a:t>Újrapróbálási lehetőség</a:t>
          </a:r>
          <a:endParaRPr lang="hu-HU" dirty="0"/>
        </a:p>
      </dgm:t>
    </dgm:pt>
    <dgm:pt modelId="{0C2DD5CF-FA1D-43C0-8326-AC4CA33AFC3F}" type="parTrans" cxnId="{16DF67B7-7BC5-4256-B545-F98EEC1E709D}">
      <dgm:prSet/>
      <dgm:spPr/>
      <dgm:t>
        <a:bodyPr/>
        <a:lstStyle/>
        <a:p>
          <a:endParaRPr lang="hu-HU"/>
        </a:p>
      </dgm:t>
    </dgm:pt>
    <dgm:pt modelId="{BF0BC348-3429-436E-A7B2-56F6B9BB22B8}" type="sibTrans" cxnId="{16DF67B7-7BC5-4256-B545-F98EEC1E709D}">
      <dgm:prSet/>
      <dgm:spPr/>
      <dgm:t>
        <a:bodyPr/>
        <a:lstStyle/>
        <a:p>
          <a:endParaRPr lang="hu-HU"/>
        </a:p>
      </dgm:t>
    </dgm:pt>
    <dgm:pt modelId="{91E10910-515A-432E-94F3-97B5E2B5DE36}" type="pres">
      <dgm:prSet presAssocID="{28776AB6-AF56-469A-901B-F33CA8C3E26C}" presName="outerComposite" presStyleCnt="0">
        <dgm:presLayoutVars>
          <dgm:chMax val="5"/>
          <dgm:dir/>
          <dgm:resizeHandles val="exact"/>
        </dgm:presLayoutVars>
      </dgm:prSet>
      <dgm:spPr/>
    </dgm:pt>
    <dgm:pt modelId="{618CF3DD-54AE-43BE-B57B-1308C2915726}" type="pres">
      <dgm:prSet presAssocID="{28776AB6-AF56-469A-901B-F33CA8C3E26C}" presName="dummyMaxCanvas" presStyleCnt="0">
        <dgm:presLayoutVars/>
      </dgm:prSet>
      <dgm:spPr/>
    </dgm:pt>
    <dgm:pt modelId="{E8A29C52-DB67-4B41-B91C-2C3CE655D34D}" type="pres">
      <dgm:prSet presAssocID="{28776AB6-AF56-469A-901B-F33CA8C3E26C}" presName="FiveNodes_1" presStyleLbl="node1" presStyleIdx="0" presStyleCnt="5">
        <dgm:presLayoutVars>
          <dgm:bulletEnabled val="1"/>
        </dgm:presLayoutVars>
      </dgm:prSet>
      <dgm:spPr/>
    </dgm:pt>
    <dgm:pt modelId="{E57EA205-8B37-4B93-B83B-D1994331B38C}" type="pres">
      <dgm:prSet presAssocID="{28776AB6-AF56-469A-901B-F33CA8C3E26C}" presName="FiveNodes_2" presStyleLbl="node1" presStyleIdx="1" presStyleCnt="5">
        <dgm:presLayoutVars>
          <dgm:bulletEnabled val="1"/>
        </dgm:presLayoutVars>
      </dgm:prSet>
      <dgm:spPr/>
    </dgm:pt>
    <dgm:pt modelId="{197FAFA5-DD19-48CE-A7FA-7642CFB4DEC9}" type="pres">
      <dgm:prSet presAssocID="{28776AB6-AF56-469A-901B-F33CA8C3E26C}" presName="FiveNodes_3" presStyleLbl="node1" presStyleIdx="2" presStyleCnt="5">
        <dgm:presLayoutVars>
          <dgm:bulletEnabled val="1"/>
        </dgm:presLayoutVars>
      </dgm:prSet>
      <dgm:spPr/>
    </dgm:pt>
    <dgm:pt modelId="{1724357B-09A1-4482-BF53-DD0BAC599FA9}" type="pres">
      <dgm:prSet presAssocID="{28776AB6-AF56-469A-901B-F33CA8C3E26C}" presName="FiveNodes_4" presStyleLbl="node1" presStyleIdx="3" presStyleCnt="5">
        <dgm:presLayoutVars>
          <dgm:bulletEnabled val="1"/>
        </dgm:presLayoutVars>
      </dgm:prSet>
      <dgm:spPr/>
    </dgm:pt>
    <dgm:pt modelId="{F6824446-F89A-47BC-83A6-6E1B4E3B2ECB}" type="pres">
      <dgm:prSet presAssocID="{28776AB6-AF56-469A-901B-F33CA8C3E26C}" presName="FiveNodes_5" presStyleLbl="node1" presStyleIdx="4" presStyleCnt="5">
        <dgm:presLayoutVars>
          <dgm:bulletEnabled val="1"/>
        </dgm:presLayoutVars>
      </dgm:prSet>
      <dgm:spPr/>
    </dgm:pt>
    <dgm:pt modelId="{1C61A9B9-5CD4-47C4-B0A1-339EB15C6C56}" type="pres">
      <dgm:prSet presAssocID="{28776AB6-AF56-469A-901B-F33CA8C3E26C}" presName="FiveConn_1-2" presStyleLbl="fgAccFollowNode1" presStyleIdx="0" presStyleCnt="4">
        <dgm:presLayoutVars>
          <dgm:bulletEnabled val="1"/>
        </dgm:presLayoutVars>
      </dgm:prSet>
      <dgm:spPr/>
    </dgm:pt>
    <dgm:pt modelId="{220C3D38-09AD-47EF-93CA-0778CFC149DF}" type="pres">
      <dgm:prSet presAssocID="{28776AB6-AF56-469A-901B-F33CA8C3E26C}" presName="FiveConn_2-3" presStyleLbl="fgAccFollowNode1" presStyleIdx="1" presStyleCnt="4">
        <dgm:presLayoutVars>
          <dgm:bulletEnabled val="1"/>
        </dgm:presLayoutVars>
      </dgm:prSet>
      <dgm:spPr/>
    </dgm:pt>
    <dgm:pt modelId="{C0C9C782-45D5-45D7-A7C1-E5B1435B2ABC}" type="pres">
      <dgm:prSet presAssocID="{28776AB6-AF56-469A-901B-F33CA8C3E26C}" presName="FiveConn_3-4" presStyleLbl="fgAccFollowNode1" presStyleIdx="2" presStyleCnt="4">
        <dgm:presLayoutVars>
          <dgm:bulletEnabled val="1"/>
        </dgm:presLayoutVars>
      </dgm:prSet>
      <dgm:spPr/>
    </dgm:pt>
    <dgm:pt modelId="{447A2A93-AB28-481C-BA79-055A6432BDC4}" type="pres">
      <dgm:prSet presAssocID="{28776AB6-AF56-469A-901B-F33CA8C3E26C}" presName="FiveConn_4-5" presStyleLbl="fgAccFollowNode1" presStyleIdx="3" presStyleCnt="4">
        <dgm:presLayoutVars>
          <dgm:bulletEnabled val="1"/>
        </dgm:presLayoutVars>
      </dgm:prSet>
      <dgm:spPr/>
    </dgm:pt>
    <dgm:pt modelId="{7E01232C-F357-451A-89C4-65AE1E19AEE5}" type="pres">
      <dgm:prSet presAssocID="{28776AB6-AF56-469A-901B-F33CA8C3E26C}" presName="FiveNodes_1_text" presStyleLbl="node1" presStyleIdx="4" presStyleCnt="5">
        <dgm:presLayoutVars>
          <dgm:bulletEnabled val="1"/>
        </dgm:presLayoutVars>
      </dgm:prSet>
      <dgm:spPr/>
    </dgm:pt>
    <dgm:pt modelId="{ABFB7EFE-0C8E-4D09-ACED-1A560E9E885C}" type="pres">
      <dgm:prSet presAssocID="{28776AB6-AF56-469A-901B-F33CA8C3E26C}" presName="FiveNodes_2_text" presStyleLbl="node1" presStyleIdx="4" presStyleCnt="5">
        <dgm:presLayoutVars>
          <dgm:bulletEnabled val="1"/>
        </dgm:presLayoutVars>
      </dgm:prSet>
      <dgm:spPr/>
    </dgm:pt>
    <dgm:pt modelId="{75CF6662-9DAA-4FDF-9123-16CFB6359D99}" type="pres">
      <dgm:prSet presAssocID="{28776AB6-AF56-469A-901B-F33CA8C3E26C}" presName="FiveNodes_3_text" presStyleLbl="node1" presStyleIdx="4" presStyleCnt="5">
        <dgm:presLayoutVars>
          <dgm:bulletEnabled val="1"/>
        </dgm:presLayoutVars>
      </dgm:prSet>
      <dgm:spPr/>
    </dgm:pt>
    <dgm:pt modelId="{217B4D5B-F4BB-4077-B973-CA42810A213A}" type="pres">
      <dgm:prSet presAssocID="{28776AB6-AF56-469A-901B-F33CA8C3E26C}" presName="FiveNodes_4_text" presStyleLbl="node1" presStyleIdx="4" presStyleCnt="5">
        <dgm:presLayoutVars>
          <dgm:bulletEnabled val="1"/>
        </dgm:presLayoutVars>
      </dgm:prSet>
      <dgm:spPr/>
    </dgm:pt>
    <dgm:pt modelId="{7CBFC8BF-CB39-4758-922A-E598D7141CAC}" type="pres">
      <dgm:prSet presAssocID="{28776AB6-AF56-469A-901B-F33CA8C3E26C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DF801600-EE78-4AF8-8B0D-FF4EACC23399}" type="presOf" srcId="{6B82EC4E-FDB1-4833-A515-8D0E9D219E00}" destId="{C0C9C782-45D5-45D7-A7C1-E5B1435B2ABC}" srcOrd="0" destOrd="0" presId="urn:microsoft.com/office/officeart/2005/8/layout/vProcess5"/>
    <dgm:cxn modelId="{40FB5D2A-EA3B-4C5A-8AEA-5D9C9E631476}" type="presOf" srcId="{6F6986AF-BB65-49E5-834B-298771621F9F}" destId="{ABFB7EFE-0C8E-4D09-ACED-1A560E9E885C}" srcOrd="1" destOrd="0" presId="urn:microsoft.com/office/officeart/2005/8/layout/vProcess5"/>
    <dgm:cxn modelId="{40AF7270-9ECE-48D8-A0DF-FBDAEB23D419}" type="presOf" srcId="{EBEAA750-F199-4F1C-95CD-9737221810ED}" destId="{220C3D38-09AD-47EF-93CA-0778CFC149DF}" srcOrd="0" destOrd="0" presId="urn:microsoft.com/office/officeart/2005/8/layout/vProcess5"/>
    <dgm:cxn modelId="{9CDE1577-710A-4D62-9E8F-1A6FB8F56EF6}" type="presOf" srcId="{77178042-770C-4D5B-8646-169BE5BE3653}" destId="{7E01232C-F357-451A-89C4-65AE1E19AEE5}" srcOrd="1" destOrd="0" presId="urn:microsoft.com/office/officeart/2005/8/layout/vProcess5"/>
    <dgm:cxn modelId="{2465FC57-E52E-4975-B1C6-4C72B61F47F8}" type="presOf" srcId="{77178042-770C-4D5B-8646-169BE5BE3653}" destId="{E8A29C52-DB67-4B41-B91C-2C3CE655D34D}" srcOrd="0" destOrd="0" presId="urn:microsoft.com/office/officeart/2005/8/layout/vProcess5"/>
    <dgm:cxn modelId="{56551D7E-7AEA-4DF7-9489-1EF87E14E09A}" type="presOf" srcId="{762A51AA-A071-4F03-B7D4-B075DB16264A}" destId="{197FAFA5-DD19-48CE-A7FA-7642CFB4DEC9}" srcOrd="0" destOrd="0" presId="urn:microsoft.com/office/officeart/2005/8/layout/vProcess5"/>
    <dgm:cxn modelId="{3555F08A-56E4-4316-9B8E-5488C9077315}" type="presOf" srcId="{6F6986AF-BB65-49E5-834B-298771621F9F}" destId="{E57EA205-8B37-4B93-B83B-D1994331B38C}" srcOrd="0" destOrd="0" presId="urn:microsoft.com/office/officeart/2005/8/layout/vProcess5"/>
    <dgm:cxn modelId="{F0C599AB-D1FB-4D41-B5A0-E52650ECB365}" srcId="{28776AB6-AF56-469A-901B-F33CA8C3E26C}" destId="{24EBBCF5-4250-4FF7-8FDE-AD0B38C4E7F8}" srcOrd="3" destOrd="0" parTransId="{53DC76E6-2590-42D1-9EA6-B9A7EC4F6FFE}" sibTransId="{B9D82FF9-70D5-4AAC-B7F4-A469D9F0C115}"/>
    <dgm:cxn modelId="{A50361AD-6282-44D6-98A2-3C1FCE1E7ECE}" type="presOf" srcId="{28776AB6-AF56-469A-901B-F33CA8C3E26C}" destId="{91E10910-515A-432E-94F3-97B5E2B5DE36}" srcOrd="0" destOrd="0" presId="urn:microsoft.com/office/officeart/2005/8/layout/vProcess5"/>
    <dgm:cxn modelId="{4196F5AF-A2B9-42A1-AFCB-27A82381E886}" type="presOf" srcId="{760A70CD-B857-4292-A3BB-B6DB28B0681B}" destId="{7CBFC8BF-CB39-4758-922A-E598D7141CAC}" srcOrd="1" destOrd="0" presId="urn:microsoft.com/office/officeart/2005/8/layout/vProcess5"/>
    <dgm:cxn modelId="{602DCFB3-5417-412B-8ED7-E6207A924E30}" type="presOf" srcId="{B9D82FF9-70D5-4AAC-B7F4-A469D9F0C115}" destId="{447A2A93-AB28-481C-BA79-055A6432BDC4}" srcOrd="0" destOrd="0" presId="urn:microsoft.com/office/officeart/2005/8/layout/vProcess5"/>
    <dgm:cxn modelId="{16DF67B7-7BC5-4256-B545-F98EEC1E709D}" srcId="{28776AB6-AF56-469A-901B-F33CA8C3E26C}" destId="{760A70CD-B857-4292-A3BB-B6DB28B0681B}" srcOrd="4" destOrd="0" parTransId="{0C2DD5CF-FA1D-43C0-8326-AC4CA33AFC3F}" sibTransId="{BF0BC348-3429-436E-A7B2-56F6B9BB22B8}"/>
    <dgm:cxn modelId="{01F6B3B7-7DC7-4C6B-8C25-B279BDF6A8AF}" srcId="{28776AB6-AF56-469A-901B-F33CA8C3E26C}" destId="{77178042-770C-4D5B-8646-169BE5BE3653}" srcOrd="0" destOrd="0" parTransId="{97222A7E-D3D5-4012-B5BB-4C4F521FFD60}" sibTransId="{32BFF426-3E4C-48ED-8B81-760970198ACB}"/>
    <dgm:cxn modelId="{BF44CFD0-3254-46E1-9E65-E68A1465C8F1}" type="presOf" srcId="{24EBBCF5-4250-4FF7-8FDE-AD0B38C4E7F8}" destId="{1724357B-09A1-4482-BF53-DD0BAC599FA9}" srcOrd="0" destOrd="0" presId="urn:microsoft.com/office/officeart/2005/8/layout/vProcess5"/>
    <dgm:cxn modelId="{F60627D7-5C5D-4B5B-806B-28663F1EBB12}" type="presOf" srcId="{762A51AA-A071-4F03-B7D4-B075DB16264A}" destId="{75CF6662-9DAA-4FDF-9123-16CFB6359D99}" srcOrd="1" destOrd="0" presId="urn:microsoft.com/office/officeart/2005/8/layout/vProcess5"/>
    <dgm:cxn modelId="{6011D1D7-6C6D-4025-8D33-745CD26FA1D3}" srcId="{28776AB6-AF56-469A-901B-F33CA8C3E26C}" destId="{6F6986AF-BB65-49E5-834B-298771621F9F}" srcOrd="1" destOrd="0" parTransId="{60C26851-F68A-4902-85E5-FDA9D95BFBAE}" sibTransId="{EBEAA750-F199-4F1C-95CD-9737221810ED}"/>
    <dgm:cxn modelId="{B7FBF2E8-B63F-4623-B6C0-D9B2AFBCC6FD}" type="presOf" srcId="{760A70CD-B857-4292-A3BB-B6DB28B0681B}" destId="{F6824446-F89A-47BC-83A6-6E1B4E3B2ECB}" srcOrd="0" destOrd="0" presId="urn:microsoft.com/office/officeart/2005/8/layout/vProcess5"/>
    <dgm:cxn modelId="{9CEC28F3-9505-47A2-929D-A5D9C37954D0}" srcId="{28776AB6-AF56-469A-901B-F33CA8C3E26C}" destId="{762A51AA-A071-4F03-B7D4-B075DB16264A}" srcOrd="2" destOrd="0" parTransId="{0C265F10-714B-4B7B-8EFE-B55C2FA4CEC8}" sibTransId="{6B82EC4E-FDB1-4833-A515-8D0E9D219E00}"/>
    <dgm:cxn modelId="{B71756F8-7D07-4041-AC99-0A77705FFFF3}" type="presOf" srcId="{32BFF426-3E4C-48ED-8B81-760970198ACB}" destId="{1C61A9B9-5CD4-47C4-B0A1-339EB15C6C56}" srcOrd="0" destOrd="0" presId="urn:microsoft.com/office/officeart/2005/8/layout/vProcess5"/>
    <dgm:cxn modelId="{D013B0FD-7D74-42C4-8C85-C52CA5D4DD1A}" type="presOf" srcId="{24EBBCF5-4250-4FF7-8FDE-AD0B38C4E7F8}" destId="{217B4D5B-F4BB-4077-B973-CA42810A213A}" srcOrd="1" destOrd="0" presId="urn:microsoft.com/office/officeart/2005/8/layout/vProcess5"/>
    <dgm:cxn modelId="{066D30A5-6D4A-48BA-ACAC-75DB81331FE0}" type="presParOf" srcId="{91E10910-515A-432E-94F3-97B5E2B5DE36}" destId="{618CF3DD-54AE-43BE-B57B-1308C2915726}" srcOrd="0" destOrd="0" presId="urn:microsoft.com/office/officeart/2005/8/layout/vProcess5"/>
    <dgm:cxn modelId="{AB231005-5B2C-46FF-BDC2-BDDB26854667}" type="presParOf" srcId="{91E10910-515A-432E-94F3-97B5E2B5DE36}" destId="{E8A29C52-DB67-4B41-B91C-2C3CE655D34D}" srcOrd="1" destOrd="0" presId="urn:microsoft.com/office/officeart/2005/8/layout/vProcess5"/>
    <dgm:cxn modelId="{EAFA2CC1-C976-42AA-9827-B8371350B4FF}" type="presParOf" srcId="{91E10910-515A-432E-94F3-97B5E2B5DE36}" destId="{E57EA205-8B37-4B93-B83B-D1994331B38C}" srcOrd="2" destOrd="0" presId="urn:microsoft.com/office/officeart/2005/8/layout/vProcess5"/>
    <dgm:cxn modelId="{6BEC8B93-16FF-4AE2-B76C-37AB054A6BF8}" type="presParOf" srcId="{91E10910-515A-432E-94F3-97B5E2B5DE36}" destId="{197FAFA5-DD19-48CE-A7FA-7642CFB4DEC9}" srcOrd="3" destOrd="0" presId="urn:microsoft.com/office/officeart/2005/8/layout/vProcess5"/>
    <dgm:cxn modelId="{49722167-1A9D-451B-9EDD-9AF072AC0638}" type="presParOf" srcId="{91E10910-515A-432E-94F3-97B5E2B5DE36}" destId="{1724357B-09A1-4482-BF53-DD0BAC599FA9}" srcOrd="4" destOrd="0" presId="urn:microsoft.com/office/officeart/2005/8/layout/vProcess5"/>
    <dgm:cxn modelId="{E9F4B4A8-6A81-4C79-9D62-420DCEAECECB}" type="presParOf" srcId="{91E10910-515A-432E-94F3-97B5E2B5DE36}" destId="{F6824446-F89A-47BC-83A6-6E1B4E3B2ECB}" srcOrd="5" destOrd="0" presId="urn:microsoft.com/office/officeart/2005/8/layout/vProcess5"/>
    <dgm:cxn modelId="{DEBC6F44-3534-455F-936D-5310D18019C4}" type="presParOf" srcId="{91E10910-515A-432E-94F3-97B5E2B5DE36}" destId="{1C61A9B9-5CD4-47C4-B0A1-339EB15C6C56}" srcOrd="6" destOrd="0" presId="urn:microsoft.com/office/officeart/2005/8/layout/vProcess5"/>
    <dgm:cxn modelId="{7F4FF556-C0F6-47BA-8A4F-07F3669BD547}" type="presParOf" srcId="{91E10910-515A-432E-94F3-97B5E2B5DE36}" destId="{220C3D38-09AD-47EF-93CA-0778CFC149DF}" srcOrd="7" destOrd="0" presId="urn:microsoft.com/office/officeart/2005/8/layout/vProcess5"/>
    <dgm:cxn modelId="{45FF0AEA-49F4-4BB0-834F-7D56207242E9}" type="presParOf" srcId="{91E10910-515A-432E-94F3-97B5E2B5DE36}" destId="{C0C9C782-45D5-45D7-A7C1-E5B1435B2ABC}" srcOrd="8" destOrd="0" presId="urn:microsoft.com/office/officeart/2005/8/layout/vProcess5"/>
    <dgm:cxn modelId="{75CD4DD6-B030-4E7A-AB37-F5E5E864F8DA}" type="presParOf" srcId="{91E10910-515A-432E-94F3-97B5E2B5DE36}" destId="{447A2A93-AB28-481C-BA79-055A6432BDC4}" srcOrd="9" destOrd="0" presId="urn:microsoft.com/office/officeart/2005/8/layout/vProcess5"/>
    <dgm:cxn modelId="{B6F9FFC5-84D9-49F4-AEB5-06D0BB4E584C}" type="presParOf" srcId="{91E10910-515A-432E-94F3-97B5E2B5DE36}" destId="{7E01232C-F357-451A-89C4-65AE1E19AEE5}" srcOrd="10" destOrd="0" presId="urn:microsoft.com/office/officeart/2005/8/layout/vProcess5"/>
    <dgm:cxn modelId="{5174CD48-39E5-4B18-BF9D-84AA37A2DA7A}" type="presParOf" srcId="{91E10910-515A-432E-94F3-97B5E2B5DE36}" destId="{ABFB7EFE-0C8E-4D09-ACED-1A560E9E885C}" srcOrd="11" destOrd="0" presId="urn:microsoft.com/office/officeart/2005/8/layout/vProcess5"/>
    <dgm:cxn modelId="{E8D1975A-9106-455E-843E-1A2891FA9A54}" type="presParOf" srcId="{91E10910-515A-432E-94F3-97B5E2B5DE36}" destId="{75CF6662-9DAA-4FDF-9123-16CFB6359D99}" srcOrd="12" destOrd="0" presId="urn:microsoft.com/office/officeart/2005/8/layout/vProcess5"/>
    <dgm:cxn modelId="{B30E1C23-562E-4BBB-981D-A368F17AB930}" type="presParOf" srcId="{91E10910-515A-432E-94F3-97B5E2B5DE36}" destId="{217B4D5B-F4BB-4077-B973-CA42810A213A}" srcOrd="13" destOrd="0" presId="urn:microsoft.com/office/officeart/2005/8/layout/vProcess5"/>
    <dgm:cxn modelId="{A3BE08F4-128A-43F1-BCE7-5562FA879CDB}" type="presParOf" srcId="{91E10910-515A-432E-94F3-97B5E2B5DE36}" destId="{7CBFC8BF-CB39-4758-922A-E598D7141CAC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90669D-39C3-4CEB-A857-9269D1248ACA}">
      <dsp:nvSpPr>
        <dsp:cNvPr id="0" name=""/>
        <dsp:cNvSpPr/>
      </dsp:nvSpPr>
      <dsp:spPr>
        <a:xfrm>
          <a:off x="5704" y="2188956"/>
          <a:ext cx="1768395" cy="16034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000" kern="1200" dirty="0"/>
            <a:t>Tervezés</a:t>
          </a:r>
        </a:p>
      </dsp:txBody>
      <dsp:txXfrm>
        <a:off x="52668" y="2235920"/>
        <a:ext cx="1674467" cy="1509543"/>
      </dsp:txXfrm>
    </dsp:sp>
    <dsp:sp modelId="{66C926C5-80C7-45A8-85CC-D923909B67C0}">
      <dsp:nvSpPr>
        <dsp:cNvPr id="0" name=""/>
        <dsp:cNvSpPr/>
      </dsp:nvSpPr>
      <dsp:spPr>
        <a:xfrm>
          <a:off x="1950939" y="2771411"/>
          <a:ext cx="374899" cy="4385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900" kern="1200"/>
        </a:p>
      </dsp:txBody>
      <dsp:txXfrm>
        <a:off x="1950939" y="2859123"/>
        <a:ext cx="262429" cy="263138"/>
      </dsp:txXfrm>
    </dsp:sp>
    <dsp:sp modelId="{63756480-C326-420E-847A-1466844092A8}">
      <dsp:nvSpPr>
        <dsp:cNvPr id="0" name=""/>
        <dsp:cNvSpPr/>
      </dsp:nvSpPr>
      <dsp:spPr>
        <a:xfrm>
          <a:off x="2481457" y="2188956"/>
          <a:ext cx="1768395" cy="16034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000" kern="1200" dirty="0"/>
            <a:t>Történet megírása és fejezetekre bontása</a:t>
          </a:r>
        </a:p>
      </dsp:txBody>
      <dsp:txXfrm>
        <a:off x="2528421" y="2235920"/>
        <a:ext cx="1674467" cy="1509543"/>
      </dsp:txXfrm>
    </dsp:sp>
    <dsp:sp modelId="{CD66C01C-0CFA-4F53-A74C-72E90BAD8445}">
      <dsp:nvSpPr>
        <dsp:cNvPr id="0" name=""/>
        <dsp:cNvSpPr/>
      </dsp:nvSpPr>
      <dsp:spPr>
        <a:xfrm>
          <a:off x="4426692" y="2771411"/>
          <a:ext cx="374899" cy="4385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900" kern="1200"/>
        </a:p>
      </dsp:txBody>
      <dsp:txXfrm>
        <a:off x="4426692" y="2859123"/>
        <a:ext cx="262429" cy="263138"/>
      </dsp:txXfrm>
    </dsp:sp>
    <dsp:sp modelId="{5E243E73-8E23-4DE4-9E6C-62289E18F3EA}">
      <dsp:nvSpPr>
        <dsp:cNvPr id="0" name=""/>
        <dsp:cNvSpPr/>
      </dsp:nvSpPr>
      <dsp:spPr>
        <a:xfrm>
          <a:off x="4957211" y="2188956"/>
          <a:ext cx="1768395" cy="16034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000" kern="1200" dirty="0"/>
            <a:t>Válaszlehető-</a:t>
          </a:r>
          <a:r>
            <a:rPr lang="hu-HU" sz="2000" kern="1200" dirty="0" err="1"/>
            <a:t>ségek</a:t>
          </a:r>
          <a:r>
            <a:rPr lang="hu-HU" sz="2000" kern="1200" dirty="0"/>
            <a:t> kialakítása</a:t>
          </a:r>
        </a:p>
      </dsp:txBody>
      <dsp:txXfrm>
        <a:off x="5004175" y="2235920"/>
        <a:ext cx="1674467" cy="1509543"/>
      </dsp:txXfrm>
    </dsp:sp>
    <dsp:sp modelId="{E290189F-40BE-40DD-949B-5D0B83202856}">
      <dsp:nvSpPr>
        <dsp:cNvPr id="0" name=""/>
        <dsp:cNvSpPr/>
      </dsp:nvSpPr>
      <dsp:spPr>
        <a:xfrm>
          <a:off x="6902446" y="2771411"/>
          <a:ext cx="374899" cy="4385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900" kern="1200" dirty="0"/>
        </a:p>
      </dsp:txBody>
      <dsp:txXfrm>
        <a:off x="6902446" y="2859123"/>
        <a:ext cx="262429" cy="263138"/>
      </dsp:txXfrm>
    </dsp:sp>
    <dsp:sp modelId="{5A0CEC96-9BF4-40DD-8BAD-4A59E6AFB376}">
      <dsp:nvSpPr>
        <dsp:cNvPr id="0" name=""/>
        <dsp:cNvSpPr/>
      </dsp:nvSpPr>
      <dsp:spPr>
        <a:xfrm>
          <a:off x="7432964" y="2188956"/>
          <a:ext cx="1768395" cy="16034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000" kern="1200" dirty="0"/>
            <a:t>Harcrendszer fejlesztése</a:t>
          </a:r>
        </a:p>
      </dsp:txBody>
      <dsp:txXfrm>
        <a:off x="7479928" y="2235920"/>
        <a:ext cx="1674467" cy="1509543"/>
      </dsp:txXfrm>
    </dsp:sp>
    <dsp:sp modelId="{2B3AF5A8-8B5B-48BF-8213-AE09D56D837A}">
      <dsp:nvSpPr>
        <dsp:cNvPr id="0" name=""/>
        <dsp:cNvSpPr/>
      </dsp:nvSpPr>
      <dsp:spPr>
        <a:xfrm>
          <a:off x="9378199" y="2771411"/>
          <a:ext cx="374899" cy="43856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900" kern="1200"/>
        </a:p>
      </dsp:txBody>
      <dsp:txXfrm>
        <a:off x="9378199" y="2859123"/>
        <a:ext cx="262429" cy="263138"/>
      </dsp:txXfrm>
    </dsp:sp>
    <dsp:sp modelId="{529097CB-44DA-491E-94D7-237014840303}">
      <dsp:nvSpPr>
        <dsp:cNvPr id="0" name=""/>
        <dsp:cNvSpPr/>
      </dsp:nvSpPr>
      <dsp:spPr>
        <a:xfrm>
          <a:off x="9908718" y="2188956"/>
          <a:ext cx="1768395" cy="160347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000" kern="1200" dirty="0"/>
            <a:t>Minden egység megírása után tesztelés és hibajavítás</a:t>
          </a:r>
        </a:p>
      </dsp:txBody>
      <dsp:txXfrm>
        <a:off x="9955682" y="2235920"/>
        <a:ext cx="1674467" cy="15095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8AC878-8B6D-4D1E-950A-935223C99DA7}">
      <dsp:nvSpPr>
        <dsp:cNvPr id="0" name=""/>
        <dsp:cNvSpPr/>
      </dsp:nvSpPr>
      <dsp:spPr>
        <a:xfrm>
          <a:off x="0" y="13651"/>
          <a:ext cx="9182213" cy="97299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dirty="0"/>
            <a:t>A felhasználó enter-el léptetheti a történet mondatait (</a:t>
          </a:r>
          <a:r>
            <a:rPr lang="hu-HU" sz="2400" kern="1200" dirty="0" err="1"/>
            <a:t>scanner</a:t>
          </a:r>
          <a:r>
            <a:rPr lang="hu-HU" sz="2400" kern="1200" dirty="0"/>
            <a:t>)</a:t>
          </a:r>
        </a:p>
      </dsp:txBody>
      <dsp:txXfrm>
        <a:off x="28498" y="42149"/>
        <a:ext cx="8050061" cy="915996"/>
      </dsp:txXfrm>
    </dsp:sp>
    <dsp:sp modelId="{8FFB434F-F592-4FEF-823E-DD123B0FA5EA}">
      <dsp:nvSpPr>
        <dsp:cNvPr id="0" name=""/>
        <dsp:cNvSpPr/>
      </dsp:nvSpPr>
      <dsp:spPr>
        <a:xfrm>
          <a:off x="769010" y="1149899"/>
          <a:ext cx="9182213" cy="97299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dirty="0"/>
            <a:t>A játék döntéseket kér a játékostól (</a:t>
          </a:r>
          <a:r>
            <a:rPr lang="hu-HU" sz="2400" kern="1200" dirty="0" err="1"/>
            <a:t>scanner</a:t>
          </a:r>
          <a:r>
            <a:rPr lang="hu-HU" sz="2400" kern="1200" dirty="0"/>
            <a:t> + elágazás)</a:t>
          </a:r>
        </a:p>
      </dsp:txBody>
      <dsp:txXfrm>
        <a:off x="797508" y="1178397"/>
        <a:ext cx="7723762" cy="915996"/>
      </dsp:txXfrm>
    </dsp:sp>
    <dsp:sp modelId="{67688653-6011-4474-B1B3-05807EEBCF25}">
      <dsp:nvSpPr>
        <dsp:cNvPr id="0" name=""/>
        <dsp:cNvSpPr/>
      </dsp:nvSpPr>
      <dsp:spPr>
        <a:xfrm>
          <a:off x="1526543" y="2299799"/>
          <a:ext cx="9182213" cy="97299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dirty="0"/>
            <a:t>A választások befolyásolják:</a:t>
          </a:r>
        </a:p>
      </dsp:txBody>
      <dsp:txXfrm>
        <a:off x="1555041" y="2328297"/>
        <a:ext cx="7735240" cy="915996"/>
      </dsp:txXfrm>
    </dsp:sp>
    <dsp:sp modelId="{FF95CBDA-157F-4971-9DAC-D32B33405FEB}">
      <dsp:nvSpPr>
        <dsp:cNvPr id="0" name=""/>
        <dsp:cNvSpPr/>
      </dsp:nvSpPr>
      <dsp:spPr>
        <a:xfrm>
          <a:off x="2295553" y="3449699"/>
          <a:ext cx="9182213" cy="97299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400" kern="1200" dirty="0"/>
            <a:t>Kapott XP-t , lebukás esélyét, tárgyakat, válaszok után ellenőrzi a lebukást</a:t>
          </a:r>
        </a:p>
      </dsp:txBody>
      <dsp:txXfrm>
        <a:off x="2324051" y="3478197"/>
        <a:ext cx="7723762" cy="915996"/>
      </dsp:txXfrm>
    </dsp:sp>
    <dsp:sp modelId="{AD306F22-2098-4F9D-A732-53B82DA27762}">
      <dsp:nvSpPr>
        <dsp:cNvPr id="0" name=""/>
        <dsp:cNvSpPr/>
      </dsp:nvSpPr>
      <dsp:spPr>
        <a:xfrm>
          <a:off x="8549768" y="745223"/>
          <a:ext cx="632444" cy="63244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3000" kern="1200"/>
        </a:p>
      </dsp:txBody>
      <dsp:txXfrm>
        <a:off x="8692068" y="745223"/>
        <a:ext cx="347844" cy="475914"/>
      </dsp:txXfrm>
    </dsp:sp>
    <dsp:sp modelId="{E9E82BEB-7BA6-426F-8E35-09213FFEE44D}">
      <dsp:nvSpPr>
        <dsp:cNvPr id="0" name=""/>
        <dsp:cNvSpPr/>
      </dsp:nvSpPr>
      <dsp:spPr>
        <a:xfrm>
          <a:off x="9318779" y="1895123"/>
          <a:ext cx="632444" cy="63244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3000" kern="1200"/>
        </a:p>
      </dsp:txBody>
      <dsp:txXfrm>
        <a:off x="9461079" y="1895123"/>
        <a:ext cx="347844" cy="475914"/>
      </dsp:txXfrm>
    </dsp:sp>
    <dsp:sp modelId="{5A30A34B-1758-4C73-B813-FF39A3465B41}">
      <dsp:nvSpPr>
        <dsp:cNvPr id="0" name=""/>
        <dsp:cNvSpPr/>
      </dsp:nvSpPr>
      <dsp:spPr>
        <a:xfrm>
          <a:off x="10076311" y="3045023"/>
          <a:ext cx="632444" cy="63244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3000" kern="1200"/>
        </a:p>
      </dsp:txBody>
      <dsp:txXfrm>
        <a:off x="10218611" y="3045023"/>
        <a:ext cx="347844" cy="47591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A29C52-DB67-4B41-B91C-2C3CE655D34D}">
      <dsp:nvSpPr>
        <dsp:cNvPr id="0" name=""/>
        <dsp:cNvSpPr/>
      </dsp:nvSpPr>
      <dsp:spPr>
        <a:xfrm>
          <a:off x="0" y="0"/>
          <a:ext cx="6295925" cy="74869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dirty="0"/>
            <a:t>Körökre osztott harc</a:t>
          </a:r>
        </a:p>
      </dsp:txBody>
      <dsp:txXfrm>
        <a:off x="21928" y="21928"/>
        <a:ext cx="5400430" cy="704837"/>
      </dsp:txXfrm>
    </dsp:sp>
    <dsp:sp modelId="{E57EA205-8B37-4B93-B83B-D1994331B38C}">
      <dsp:nvSpPr>
        <dsp:cNvPr id="0" name=""/>
        <dsp:cNvSpPr/>
      </dsp:nvSpPr>
      <dsp:spPr>
        <a:xfrm>
          <a:off x="470150" y="852678"/>
          <a:ext cx="6295925" cy="74869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dirty="0"/>
            <a:t>Véletlenszerű döntések</a:t>
          </a:r>
        </a:p>
      </dsp:txBody>
      <dsp:txXfrm>
        <a:off x="492078" y="874606"/>
        <a:ext cx="5295268" cy="704837"/>
      </dsp:txXfrm>
    </dsp:sp>
    <dsp:sp modelId="{197FAFA5-DD19-48CE-A7FA-7642CFB4DEC9}">
      <dsp:nvSpPr>
        <dsp:cNvPr id="0" name=""/>
        <dsp:cNvSpPr/>
      </dsp:nvSpPr>
      <dsp:spPr>
        <a:xfrm>
          <a:off x="940300" y="1705357"/>
          <a:ext cx="6295925" cy="74869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dirty="0"/>
            <a:t>Speciális képességek</a:t>
          </a:r>
        </a:p>
      </dsp:txBody>
      <dsp:txXfrm>
        <a:off x="962228" y="1727285"/>
        <a:ext cx="5295268" cy="704837"/>
      </dsp:txXfrm>
    </dsp:sp>
    <dsp:sp modelId="{1724357B-09A1-4482-BF53-DD0BAC599FA9}">
      <dsp:nvSpPr>
        <dsp:cNvPr id="0" name=""/>
        <dsp:cNvSpPr/>
      </dsp:nvSpPr>
      <dsp:spPr>
        <a:xfrm>
          <a:off x="1410450" y="2558035"/>
          <a:ext cx="6295925" cy="74869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 dirty="0"/>
            <a:t>HP rendszer</a:t>
          </a:r>
        </a:p>
      </dsp:txBody>
      <dsp:txXfrm>
        <a:off x="1432378" y="2579963"/>
        <a:ext cx="5295268" cy="704837"/>
      </dsp:txXfrm>
    </dsp:sp>
    <dsp:sp modelId="{F6824446-F89A-47BC-83A6-6E1B4E3B2ECB}">
      <dsp:nvSpPr>
        <dsp:cNvPr id="0" name=""/>
        <dsp:cNvSpPr/>
      </dsp:nvSpPr>
      <dsp:spPr>
        <a:xfrm>
          <a:off x="1880600" y="3410714"/>
          <a:ext cx="6295925" cy="74869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300" kern="1200"/>
            <a:t>Újrapróbálási lehetőség</a:t>
          </a:r>
          <a:endParaRPr lang="hu-HU" sz="3300" kern="1200" dirty="0"/>
        </a:p>
      </dsp:txBody>
      <dsp:txXfrm>
        <a:off x="1902528" y="3432642"/>
        <a:ext cx="5295268" cy="704837"/>
      </dsp:txXfrm>
    </dsp:sp>
    <dsp:sp modelId="{1C61A9B9-5CD4-47C4-B0A1-339EB15C6C56}">
      <dsp:nvSpPr>
        <dsp:cNvPr id="0" name=""/>
        <dsp:cNvSpPr/>
      </dsp:nvSpPr>
      <dsp:spPr>
        <a:xfrm>
          <a:off x="5809274" y="546962"/>
          <a:ext cx="486650" cy="486650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2300" kern="1200"/>
        </a:p>
      </dsp:txBody>
      <dsp:txXfrm>
        <a:off x="5918770" y="546962"/>
        <a:ext cx="267658" cy="366204"/>
      </dsp:txXfrm>
    </dsp:sp>
    <dsp:sp modelId="{220C3D38-09AD-47EF-93CA-0778CFC149DF}">
      <dsp:nvSpPr>
        <dsp:cNvPr id="0" name=""/>
        <dsp:cNvSpPr/>
      </dsp:nvSpPr>
      <dsp:spPr>
        <a:xfrm>
          <a:off x="6279424" y="1399640"/>
          <a:ext cx="486650" cy="486650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2300" kern="1200"/>
        </a:p>
      </dsp:txBody>
      <dsp:txXfrm>
        <a:off x="6388920" y="1399640"/>
        <a:ext cx="267658" cy="366204"/>
      </dsp:txXfrm>
    </dsp:sp>
    <dsp:sp modelId="{C0C9C782-45D5-45D7-A7C1-E5B1435B2ABC}">
      <dsp:nvSpPr>
        <dsp:cNvPr id="0" name=""/>
        <dsp:cNvSpPr/>
      </dsp:nvSpPr>
      <dsp:spPr>
        <a:xfrm>
          <a:off x="6749574" y="2239841"/>
          <a:ext cx="486650" cy="486650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2300" kern="1200"/>
        </a:p>
      </dsp:txBody>
      <dsp:txXfrm>
        <a:off x="6859070" y="2239841"/>
        <a:ext cx="267658" cy="366204"/>
      </dsp:txXfrm>
    </dsp:sp>
    <dsp:sp modelId="{447A2A93-AB28-481C-BA79-055A6432BDC4}">
      <dsp:nvSpPr>
        <dsp:cNvPr id="0" name=""/>
        <dsp:cNvSpPr/>
      </dsp:nvSpPr>
      <dsp:spPr>
        <a:xfrm>
          <a:off x="7219725" y="3100838"/>
          <a:ext cx="486650" cy="486650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2300" kern="1200"/>
        </a:p>
      </dsp:txBody>
      <dsp:txXfrm>
        <a:off x="7329221" y="3100838"/>
        <a:ext cx="267658" cy="3662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42900" indent="-306000">
              <a:buFont typeface="Courier New" panose="02070309020205020404" pitchFamily="49" charset="0"/>
              <a:buChar char="o"/>
              <a:defRPr/>
            </a:lvl1pPr>
            <a:lvl2pPr marL="720000" indent="-270000">
              <a:buFont typeface="Courier New" panose="02070309020205020404" pitchFamily="49" charset="0"/>
              <a:buChar char="o"/>
              <a:defRPr/>
            </a:lvl2pPr>
            <a:lvl3pPr marL="1026000" indent="-216000">
              <a:buFont typeface="Courier New" panose="02070309020205020404" pitchFamily="49" charset="0"/>
              <a:buChar char="o"/>
              <a:defRPr/>
            </a:lvl3pPr>
            <a:lvl4pPr marL="1386000" indent="-216000">
              <a:buFont typeface="Courier New" panose="02070309020205020404" pitchFamily="49" charset="0"/>
              <a:buChar char="o"/>
              <a:defRPr/>
            </a:lvl4pPr>
            <a:lvl5pPr marL="1674000" indent="-216000"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E36636D-D922-432D-A958-524484B5923D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2" r:id="rId10"/>
    <p:sldLayoutId id="2147483853" r:id="rId11"/>
    <p:sldLayoutId id="2147483854" r:id="rId12"/>
    <p:sldLayoutId id="2147483855" r:id="rId13"/>
    <p:sldLayoutId id="2147483858" r:id="rId14"/>
    <p:sldLayoutId id="2147483859" r:id="rId15"/>
    <p:sldLayoutId id="2147483850" r:id="rId16"/>
    <p:sldLayoutId id="2147483851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A47B9C-A345-42C2-B688-709CBADB1D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Projektfeladat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8B3AC42-7098-4636-9ED0-B8849B64FA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Kukucska Zsombor és Dajka </a:t>
            </a:r>
            <a:r>
              <a:rPr lang="hu-HU" dirty="0" err="1"/>
              <a:t>Zea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951183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CA30306-FC28-4FDE-8C36-215A70E52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projektről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9823C86-BF2C-4D92-B2BB-F06D196DD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/>
              <a:t>Szövegalapú CLI kalandjáték</a:t>
            </a:r>
          </a:p>
          <a:p>
            <a:r>
              <a:rPr lang="hu-HU" dirty="0"/>
              <a:t>Döntésalapú történet -&gt; Többféle kimenetel</a:t>
            </a:r>
          </a:p>
          <a:p>
            <a:r>
              <a:rPr lang="hu-HU" dirty="0"/>
              <a:t>XP és lebukás mechanika</a:t>
            </a:r>
          </a:p>
          <a:p>
            <a:r>
              <a:rPr lang="hu-HU" dirty="0" err="1"/>
              <a:t>Bossfight</a:t>
            </a:r>
            <a:r>
              <a:rPr lang="hu-HU" dirty="0"/>
              <a:t> rendszer</a:t>
            </a:r>
          </a:p>
          <a:p>
            <a:r>
              <a:rPr lang="hu-HU" dirty="0"/>
              <a:t>Tárgyak gyűjtése (első boríték, kis boríték, Lakatos aktája, kód, Péteri dossziéja, Főnök bizalma, parlamenti </a:t>
            </a:r>
            <a:r>
              <a:rPr lang="hu-HU"/>
              <a:t>kulcs)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939396259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237F26-8BF5-4E0F-98D6-BE72C4731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Hogyan készült?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AE353AB9-4889-42F7-927B-5240FD98DF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1550331"/>
              </p:ext>
            </p:extLst>
          </p:nvPr>
        </p:nvGraphicFramePr>
        <p:xfrm>
          <a:off x="259308" y="719666"/>
          <a:ext cx="11682818" cy="59813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64859789"/>
      </p:ext>
    </p:extLst>
  </p:cSld>
  <p:clrMapOvr>
    <a:masterClrMapping/>
  </p:clrMapOvr>
  <p:transition spd="slow">
    <p:push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9F6E364-5630-40ED-8B45-0455762E2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Hogyan működik?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689A0F4-2ACD-4319-AD91-1F472BC436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64073620"/>
              </p:ext>
            </p:extLst>
          </p:nvPr>
        </p:nvGraphicFramePr>
        <p:xfrm>
          <a:off x="204717" y="1825708"/>
          <a:ext cx="11477767" cy="44226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52982874"/>
      </p:ext>
    </p:extLst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E40D0F1-F3FB-4FD0-AF7E-348968748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Hogyan működik?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C7A7FDE-D5B8-473F-8A89-205786C5C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Bossfightok</a:t>
            </a:r>
            <a:r>
              <a:rPr lang="hu-HU" dirty="0"/>
              <a:t> jelennek meg bizonyos pontokon (</a:t>
            </a:r>
            <a:r>
              <a:rPr lang="hu-HU" dirty="0" err="1"/>
              <a:t>scanner</a:t>
            </a:r>
            <a:r>
              <a:rPr lang="hu-HU" dirty="0"/>
              <a:t> + elágazások)</a:t>
            </a:r>
          </a:p>
          <a:p>
            <a:endParaRPr lang="hu-HU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B82B4EE1-01BE-4742-BB53-5D84BF8257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37282313"/>
              </p:ext>
            </p:extLst>
          </p:nvPr>
        </p:nvGraphicFramePr>
        <p:xfrm>
          <a:off x="2002413" y="2429301"/>
          <a:ext cx="8176526" cy="41594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7445094"/>
      </p:ext>
    </p:extLst>
  </p:cSld>
  <p:clrMapOvr>
    <a:masterClrMapping/>
  </p:clrMapOvr>
  <p:transition spd="slow">
    <p:push dir="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14223E0-E4CD-4DC2-AB2A-E0B651B5D7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9AF4BAF-AB59-49D6-9852-B6DCDD1B28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27761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la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826F61"/>
      </a:accent1>
      <a:accent2>
        <a:srgbClr val="A19C7F"/>
      </a:accent2>
      <a:accent3>
        <a:srgbClr val="9AA489"/>
      </a:accent3>
      <a:accent4>
        <a:srgbClr val="7C938B"/>
      </a:accent4>
      <a:accent5>
        <a:srgbClr val="7C7D92"/>
      </a:accent5>
      <a:accent6>
        <a:srgbClr val="897376"/>
      </a:accent6>
      <a:hlink>
        <a:srgbClr val="D29B73"/>
      </a:hlink>
      <a:folHlink>
        <a:srgbClr val="F4C5A4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FF747C5C-A8E8-4833-9E55-3D08FE4E487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Pala</Template>
  <TotalTime>69</TotalTime>
  <Words>133</Words>
  <Application>Microsoft Office PowerPoint</Application>
  <PresentationFormat>Szélesvásznú</PresentationFormat>
  <Paragraphs>27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11" baseType="lpstr">
      <vt:lpstr>Calisto MT</vt:lpstr>
      <vt:lpstr>Courier New</vt:lpstr>
      <vt:lpstr>Trebuchet MS</vt:lpstr>
      <vt:lpstr>Wingdings 2</vt:lpstr>
      <vt:lpstr>Pala</vt:lpstr>
      <vt:lpstr>Projektfeladat</vt:lpstr>
      <vt:lpstr>A projektről</vt:lpstr>
      <vt:lpstr>Hogyan készült?</vt:lpstr>
      <vt:lpstr>Hogyan működik?</vt:lpstr>
      <vt:lpstr>Hogyan működik?</vt:lpstr>
      <vt:lpstr>Köszönjük a figyelmet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User</dc:creator>
  <cp:lastModifiedBy>User</cp:lastModifiedBy>
  <cp:revision>18</cp:revision>
  <dcterms:created xsi:type="dcterms:W3CDTF">2026-05-25T07:30:56Z</dcterms:created>
  <dcterms:modified xsi:type="dcterms:W3CDTF">2026-06-02T13:09:41Z</dcterms:modified>
</cp:coreProperties>
</file>