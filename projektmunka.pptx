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06000">
              <a:buFont typeface="Courier New" panose="02070309020205020404" pitchFamily="49" charset="0"/>
              <a:buChar char="o"/>
              <a:defRPr/>
            </a:lvl1pPr>
            <a:lvl2pPr marL="720000" indent="-270000">
              <a:buFont typeface="Courier New" panose="02070309020205020404" pitchFamily="49" charset="0"/>
              <a:buChar char="o"/>
              <a:defRPr/>
            </a:lvl2pPr>
            <a:lvl3pPr marL="1026000" indent="-216000">
              <a:buFont typeface="Courier New" panose="02070309020205020404" pitchFamily="49" charset="0"/>
              <a:buChar char="o"/>
              <a:defRPr/>
            </a:lvl3pPr>
            <a:lvl4pPr marL="1386000" indent="-216000">
              <a:buFont typeface="Courier New" panose="02070309020205020404" pitchFamily="49" charset="0"/>
              <a:buChar char="o"/>
              <a:defRPr/>
            </a:lvl4pPr>
            <a:lvl5pPr marL="1674000" indent="-2160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A47B9C-A345-42C2-B688-709CBADB1D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Projektfeladat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E8B3AC42-7098-4636-9ED0-B8849B64FA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Kukucska Zsombor és Dajka </a:t>
            </a:r>
            <a:r>
              <a:rPr lang="hu-HU" dirty="0" err="1"/>
              <a:t>Zea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95118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A30306-FC28-4FDE-8C36-215A70E5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projektről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823C86-BF2C-4D92-B2BB-F06D196D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Szövegalapú CLI kalandjáték</a:t>
            </a:r>
          </a:p>
          <a:p>
            <a:r>
              <a:rPr lang="hu-HU" dirty="0"/>
              <a:t>Döntésalapú történet -&gt; Többféle kimenetel</a:t>
            </a:r>
          </a:p>
          <a:p>
            <a:r>
              <a:rPr lang="hu-HU" dirty="0"/>
              <a:t>XP és lebukás mechanika</a:t>
            </a:r>
          </a:p>
          <a:p>
            <a:r>
              <a:rPr lang="hu-HU" dirty="0" err="1"/>
              <a:t>Bossfight</a:t>
            </a:r>
            <a:r>
              <a:rPr lang="hu-HU" dirty="0"/>
              <a:t> rendszer</a:t>
            </a:r>
          </a:p>
          <a:p>
            <a:r>
              <a:rPr lang="hu-HU" dirty="0"/>
              <a:t>Tárgyak gyűjtése</a:t>
            </a:r>
          </a:p>
        </p:txBody>
      </p:sp>
    </p:spTree>
    <p:extLst>
      <p:ext uri="{BB962C8B-B14F-4D97-AF65-F5344CB8AC3E}">
        <p14:creationId xmlns:p14="http://schemas.microsoft.com/office/powerpoint/2010/main" val="93939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F237F26-8BF5-4E0F-98D6-BE72C473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Hogyan készült?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DEEA62-F284-4BE2-ABA2-20453F600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Tervezés</a:t>
            </a:r>
          </a:p>
          <a:p>
            <a:r>
              <a:rPr lang="hu-HU" dirty="0"/>
              <a:t>Történet megírása és fejezetekre bontása</a:t>
            </a:r>
          </a:p>
          <a:p>
            <a:r>
              <a:rPr lang="hu-HU" dirty="0"/>
              <a:t>Válaszlehetőségek kialakítása</a:t>
            </a:r>
          </a:p>
          <a:p>
            <a:r>
              <a:rPr lang="hu-HU" dirty="0"/>
              <a:t>Harcrendszer fejlesztése</a:t>
            </a:r>
          </a:p>
          <a:p>
            <a:r>
              <a:rPr lang="hu-HU" dirty="0"/>
              <a:t>Minden egység megírása után tesztelés és hibajavítás</a:t>
            </a:r>
          </a:p>
        </p:txBody>
      </p:sp>
    </p:spTree>
    <p:extLst>
      <p:ext uri="{BB962C8B-B14F-4D97-AF65-F5344CB8AC3E}">
        <p14:creationId xmlns:p14="http://schemas.microsoft.com/office/powerpoint/2010/main" val="2864859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9F6E364-5630-40ED-8B45-0455762E2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Hogyan működik?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066099B-0942-4305-BB14-1ED2083DD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058751"/>
          </a:xfrm>
        </p:spPr>
        <p:txBody>
          <a:bodyPr>
            <a:normAutofit/>
          </a:bodyPr>
          <a:lstStyle/>
          <a:p>
            <a:r>
              <a:rPr lang="hu-HU" dirty="0"/>
              <a:t>A felhasználó enter-el léptetheti a történet mondatait (</a:t>
            </a:r>
            <a:r>
              <a:rPr lang="hu-HU" dirty="0" err="1"/>
              <a:t>scanner</a:t>
            </a:r>
            <a:r>
              <a:rPr lang="hu-HU" dirty="0"/>
              <a:t>)</a:t>
            </a:r>
          </a:p>
          <a:p>
            <a:r>
              <a:rPr lang="hu-HU" dirty="0"/>
              <a:t>A játék döntéseket kér a játékostól (</a:t>
            </a:r>
            <a:r>
              <a:rPr lang="hu-HU" dirty="0" err="1"/>
              <a:t>scanner</a:t>
            </a:r>
            <a:r>
              <a:rPr lang="hu-HU" dirty="0"/>
              <a:t> + elágazás)</a:t>
            </a:r>
          </a:p>
          <a:p>
            <a:r>
              <a:rPr lang="hu-HU" dirty="0"/>
              <a:t>A választások befolyásolják:</a:t>
            </a:r>
          </a:p>
          <a:p>
            <a:pPr lvl="1"/>
            <a:r>
              <a:rPr lang="hu-HU" dirty="0"/>
              <a:t>Kapott XP-t</a:t>
            </a:r>
          </a:p>
          <a:p>
            <a:pPr lvl="1"/>
            <a:r>
              <a:rPr lang="hu-HU" dirty="0"/>
              <a:t>Lebukás esélyét</a:t>
            </a:r>
          </a:p>
          <a:p>
            <a:pPr lvl="1"/>
            <a:r>
              <a:rPr lang="hu-HU" dirty="0"/>
              <a:t>Tárgyakat</a:t>
            </a:r>
          </a:p>
          <a:p>
            <a:pPr lvl="1"/>
            <a:r>
              <a:rPr lang="hu-HU" dirty="0"/>
              <a:t>Válaszok után ellenőrzi a lebukást</a:t>
            </a:r>
          </a:p>
        </p:txBody>
      </p:sp>
    </p:spTree>
    <p:extLst>
      <p:ext uri="{BB962C8B-B14F-4D97-AF65-F5344CB8AC3E}">
        <p14:creationId xmlns:p14="http://schemas.microsoft.com/office/powerpoint/2010/main" val="1652982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E40D0F1-F3FB-4FD0-AF7E-348968748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Hogyan működik?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7A7FDE-D5B8-473F-8A89-205786C5C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Bossfightok</a:t>
            </a:r>
            <a:r>
              <a:rPr lang="hu-HU" dirty="0"/>
              <a:t> jelennek meg bizonyos pontokon (</a:t>
            </a:r>
            <a:r>
              <a:rPr lang="hu-HU" dirty="0" err="1"/>
              <a:t>scanner</a:t>
            </a:r>
            <a:r>
              <a:rPr lang="hu-HU" dirty="0"/>
              <a:t> + elágazások)</a:t>
            </a:r>
          </a:p>
          <a:p>
            <a:pPr lvl="1"/>
            <a:r>
              <a:rPr lang="hu-HU" dirty="0"/>
              <a:t>Körökre osztott harc</a:t>
            </a:r>
          </a:p>
          <a:p>
            <a:pPr lvl="1"/>
            <a:r>
              <a:rPr lang="hu-HU" dirty="0"/>
              <a:t>Véletlenszerű döntések</a:t>
            </a:r>
          </a:p>
          <a:p>
            <a:pPr lvl="1"/>
            <a:r>
              <a:rPr lang="hu-HU" dirty="0"/>
              <a:t>Speciális képességek</a:t>
            </a:r>
          </a:p>
          <a:p>
            <a:pPr lvl="1"/>
            <a:r>
              <a:rPr lang="hu-HU" dirty="0"/>
              <a:t>HP rendszer</a:t>
            </a:r>
          </a:p>
          <a:p>
            <a:pPr lvl="1"/>
            <a:r>
              <a:rPr lang="hu-HU" dirty="0" err="1"/>
              <a:t>Újrapróbálási</a:t>
            </a:r>
            <a:r>
              <a:rPr lang="hu-HU" dirty="0"/>
              <a:t> lehetőség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3744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91572D-BD34-41E1-9D6E-810983F8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Milyen elemeket használtunk?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F3CE50-0E90-490D-BB2B-3667098DE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Scanner</a:t>
            </a:r>
            <a:r>
              <a:rPr lang="hu-HU" dirty="0"/>
              <a:t> -&gt; felhasználói input kezelés</a:t>
            </a:r>
          </a:p>
          <a:p>
            <a:r>
              <a:rPr lang="hu-HU" dirty="0"/>
              <a:t>Random -&gt; </a:t>
            </a:r>
            <a:r>
              <a:rPr lang="hu-HU" dirty="0" err="1"/>
              <a:t>bossfight</a:t>
            </a:r>
            <a:r>
              <a:rPr lang="hu-HU" dirty="0"/>
              <a:t> rendszer</a:t>
            </a:r>
          </a:p>
          <a:p>
            <a:r>
              <a:rPr lang="hu-HU" dirty="0" err="1"/>
              <a:t>if</a:t>
            </a:r>
            <a:r>
              <a:rPr lang="hu-HU" dirty="0"/>
              <a:t> / </a:t>
            </a:r>
            <a:r>
              <a:rPr lang="hu-HU" dirty="0" err="1"/>
              <a:t>else</a:t>
            </a:r>
            <a:r>
              <a:rPr lang="hu-HU" dirty="0"/>
              <a:t> -&gt; döntések kezelése</a:t>
            </a:r>
          </a:p>
          <a:p>
            <a:r>
              <a:rPr lang="hu-HU" dirty="0" err="1"/>
              <a:t>while</a:t>
            </a:r>
            <a:r>
              <a:rPr lang="hu-HU" dirty="0"/>
              <a:t> ciklus -&gt; harcrendszer</a:t>
            </a:r>
          </a:p>
          <a:p>
            <a:r>
              <a:rPr lang="hu-HU" dirty="0" err="1"/>
              <a:t>boolean</a:t>
            </a:r>
            <a:r>
              <a:rPr lang="hu-HU" dirty="0"/>
              <a:t> változók -&gt; tárgyak tárolása</a:t>
            </a:r>
          </a:p>
          <a:p>
            <a:r>
              <a:rPr lang="hu-HU" dirty="0" err="1"/>
              <a:t>RandomAccessFile</a:t>
            </a:r>
            <a:r>
              <a:rPr lang="hu-HU" dirty="0"/>
              <a:t> -&gt; választások mentése fájlba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34630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C3ECCC-6234-42A3-99B2-F04033A1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Mire használtunk AI-t?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4E9ABA8-7387-4B33-A212-E90366BA6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Szövegírás</a:t>
            </a:r>
          </a:p>
          <a:p>
            <a:r>
              <a:rPr lang="hu-HU" dirty="0" err="1"/>
              <a:t>Debugolás</a:t>
            </a:r>
            <a:endParaRPr lang="hu-HU" dirty="0"/>
          </a:p>
          <a:p>
            <a:r>
              <a:rPr lang="hu-HU" dirty="0"/>
              <a:t>Ötletek egyes részek megírásához (</a:t>
            </a:r>
            <a:r>
              <a:rPr lang="hu-HU" dirty="0" err="1"/>
              <a:t>raf</a:t>
            </a:r>
            <a:r>
              <a:rPr lang="hu-H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61494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14223E0-E4CD-4DC2-AB2A-E0B651B5D7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Köszönjük </a:t>
            </a:r>
            <a:r>
              <a:rPr lang="hu-HU"/>
              <a:t>a figyelmet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9AF4BAF-AB59-49D6-9852-B6DCDD1B28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2776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826F61"/>
      </a:accent1>
      <a:accent2>
        <a:srgbClr val="A19C7F"/>
      </a:accent2>
      <a:accent3>
        <a:srgbClr val="9AA489"/>
      </a:accent3>
      <a:accent4>
        <a:srgbClr val="7C938B"/>
      </a:accent4>
      <a:accent5>
        <a:srgbClr val="7C7D92"/>
      </a:accent5>
      <a:accent6>
        <a:srgbClr val="897376"/>
      </a:accent6>
      <a:hlink>
        <a:srgbClr val="D29B73"/>
      </a:hlink>
      <a:folHlink>
        <a:srgbClr val="F4C5A4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FF747C5C-A8E8-4833-9E55-3D08FE4E487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Pala</Template>
  <TotalTime>52</TotalTime>
  <Words>155</Words>
  <Application>Microsoft Office PowerPoint</Application>
  <PresentationFormat>Szélesvásznú</PresentationFormat>
  <Paragraphs>41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4" baseType="lpstr">
      <vt:lpstr>Arial</vt:lpstr>
      <vt:lpstr>Calisto MT</vt:lpstr>
      <vt:lpstr>Courier New</vt:lpstr>
      <vt:lpstr>Trebuchet MS</vt:lpstr>
      <vt:lpstr>Wingdings 2</vt:lpstr>
      <vt:lpstr>Pala</vt:lpstr>
      <vt:lpstr>Projektfeladat</vt:lpstr>
      <vt:lpstr>A projektről</vt:lpstr>
      <vt:lpstr>Hogyan készült?</vt:lpstr>
      <vt:lpstr>Hogyan működik?</vt:lpstr>
      <vt:lpstr>Hogyan működik?</vt:lpstr>
      <vt:lpstr>Milyen elemeket használtunk?</vt:lpstr>
      <vt:lpstr>Mire használtunk AI-t?</vt:lpstr>
      <vt:lpstr>Köszönjük a figyelmet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User</dc:creator>
  <cp:lastModifiedBy>User</cp:lastModifiedBy>
  <cp:revision>11</cp:revision>
  <dcterms:created xsi:type="dcterms:W3CDTF">2026-05-25T07:30:56Z</dcterms:created>
  <dcterms:modified xsi:type="dcterms:W3CDTF">2026-05-25T08:23:44Z</dcterms:modified>
</cp:coreProperties>
</file>